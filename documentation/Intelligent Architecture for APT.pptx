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96" r:id="rId1"/>
  </p:sldMasterIdLst>
  <p:notesMasterIdLst>
    <p:notesMasterId r:id="rId33"/>
  </p:notesMasterIdLst>
  <p:sldIdLst>
    <p:sldId id="320" r:id="rId2"/>
    <p:sldId id="257" r:id="rId3"/>
    <p:sldId id="301" r:id="rId4"/>
    <p:sldId id="303" r:id="rId5"/>
    <p:sldId id="304" r:id="rId6"/>
    <p:sldId id="299" r:id="rId7"/>
    <p:sldId id="258" r:id="rId8"/>
    <p:sldId id="259" r:id="rId9"/>
    <p:sldId id="260" r:id="rId10"/>
    <p:sldId id="261" r:id="rId11"/>
    <p:sldId id="262" r:id="rId12"/>
    <p:sldId id="263" r:id="rId13"/>
    <p:sldId id="309" r:id="rId14"/>
    <p:sldId id="302" r:id="rId15"/>
    <p:sldId id="305" r:id="rId16"/>
    <p:sldId id="306" r:id="rId17"/>
    <p:sldId id="307" r:id="rId18"/>
    <p:sldId id="308" r:id="rId19"/>
    <p:sldId id="310" r:id="rId20"/>
    <p:sldId id="311" r:id="rId21"/>
    <p:sldId id="312" r:id="rId22"/>
    <p:sldId id="313" r:id="rId23"/>
    <p:sldId id="294" r:id="rId24"/>
    <p:sldId id="295" r:id="rId25"/>
    <p:sldId id="314" r:id="rId26"/>
    <p:sldId id="315" r:id="rId27"/>
    <p:sldId id="316" r:id="rId28"/>
    <p:sldId id="317" r:id="rId29"/>
    <p:sldId id="318" r:id="rId30"/>
    <p:sldId id="319" r:id="rId31"/>
    <p:sldId id="300" r:id="rId32"/>
  </p:sldIdLst>
  <p:sldSz cx="10080625" cy="5670550"/>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17EEA7-0734-425E-8734-B084A5416617}">
          <p14:sldIdLst>
            <p14:sldId id="320"/>
            <p14:sldId id="257"/>
            <p14:sldId id="301"/>
            <p14:sldId id="303"/>
            <p14:sldId id="304"/>
            <p14:sldId id="299"/>
            <p14:sldId id="258"/>
            <p14:sldId id="259"/>
            <p14:sldId id="260"/>
            <p14:sldId id="261"/>
            <p14:sldId id="262"/>
            <p14:sldId id="263"/>
            <p14:sldId id="309"/>
            <p14:sldId id="302"/>
          </p14:sldIdLst>
        </p14:section>
        <p14:section name="Untitled Section" id="{67B985B9-E3F9-4F5E-9297-41F3FD1807F5}">
          <p14:sldIdLst>
            <p14:sldId id="305"/>
            <p14:sldId id="306"/>
            <p14:sldId id="307"/>
            <p14:sldId id="308"/>
            <p14:sldId id="310"/>
            <p14:sldId id="311"/>
            <p14:sldId id="312"/>
            <p14:sldId id="313"/>
            <p14:sldId id="294"/>
            <p14:sldId id="295"/>
            <p14:sldId id="314"/>
            <p14:sldId id="315"/>
            <p14:sldId id="316"/>
            <p14:sldId id="317"/>
            <p14:sldId id="318"/>
            <p14:sldId id="319"/>
            <p14:sldId id="300"/>
          </p14:sldIdLst>
        </p14:section>
      </p14:sectionLst>
    </p:ext>
    <p:ext uri="{EFAFB233-063F-42B5-8137-9DF3F51BA10A}">
      <p15:sldGuideLst xmlns:p15="http://schemas.microsoft.com/office/powerpoint/2012/main">
        <p15:guide id="1" orient="horz" pos="1786">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541C9-3D68-4F47-8252-D80D60935832}" v="55" dt="2026-04-14T16:38:14.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180" y="63"/>
      </p:cViewPr>
      <p:guideLst>
        <p:guide orient="horz" pos="1786"/>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 MADAPARTHI" userId="3d04154bf0d85f2f" providerId="LiveId" clId="{2C31D04C-4582-4A6D-B43C-791E785B123C}"/>
    <pc:docChg chg="undo custSel addSld delSld modSld sldOrd addSection modSection">
      <pc:chgData name="ANU MADAPARTHI" userId="3d04154bf0d85f2f" providerId="LiveId" clId="{2C31D04C-4582-4A6D-B43C-791E785B123C}" dt="2026-04-14T16:38:42.106" v="2053" actId="1076"/>
      <pc:docMkLst>
        <pc:docMk/>
      </pc:docMkLst>
      <pc:sldChg chg="modSp mod ord">
        <pc:chgData name="ANU MADAPARTHI" userId="3d04154bf0d85f2f" providerId="LiveId" clId="{2C31D04C-4582-4A6D-B43C-791E785B123C}" dt="2026-04-14T15:25:25.959" v="1301" actId="14100"/>
        <pc:sldMkLst>
          <pc:docMk/>
          <pc:sldMk cId="0" sldId="257"/>
        </pc:sldMkLst>
        <pc:spChg chg="mod">
          <ac:chgData name="ANU MADAPARTHI" userId="3d04154bf0d85f2f" providerId="LiveId" clId="{2C31D04C-4582-4A6D-B43C-791E785B123C}" dt="2026-04-14T15:25:25.959" v="1301" actId="14100"/>
          <ac:spMkLst>
            <pc:docMk/>
            <pc:sldMk cId="0" sldId="257"/>
            <ac:spMk id="2" creationId="{84D1E9ED-49DA-4226-F38F-5F6CDD7DEDE1}"/>
          </ac:spMkLst>
        </pc:spChg>
        <pc:spChg chg="mod">
          <ac:chgData name="ANU MADAPARTHI" userId="3d04154bf0d85f2f" providerId="LiveId" clId="{2C31D04C-4582-4A6D-B43C-791E785B123C}" dt="2026-04-14T15:25:17.255" v="1300" actId="255"/>
          <ac:spMkLst>
            <pc:docMk/>
            <pc:sldMk cId="0" sldId="257"/>
            <ac:spMk id="160" creationId="{00000000-0000-0000-0000-000000000000}"/>
          </ac:spMkLst>
        </pc:spChg>
      </pc:sldChg>
      <pc:sldChg chg="modSp mod">
        <pc:chgData name="ANU MADAPARTHI" userId="3d04154bf0d85f2f" providerId="LiveId" clId="{2C31D04C-4582-4A6D-B43C-791E785B123C}" dt="2026-04-14T15:28:59.364" v="1324" actId="255"/>
        <pc:sldMkLst>
          <pc:docMk/>
          <pc:sldMk cId="0" sldId="258"/>
        </pc:sldMkLst>
        <pc:spChg chg="mod">
          <ac:chgData name="ANU MADAPARTHI" userId="3d04154bf0d85f2f" providerId="LiveId" clId="{2C31D04C-4582-4A6D-B43C-791E785B123C}" dt="2026-04-14T15:28:45.822" v="1322" actId="1076"/>
          <ac:spMkLst>
            <pc:docMk/>
            <pc:sldMk cId="0" sldId="258"/>
            <ac:spMk id="2" creationId="{4ACAFAE0-BF8D-F884-8035-FD9DB2A6B27A}"/>
          </ac:spMkLst>
        </pc:spChg>
        <pc:spChg chg="mod">
          <ac:chgData name="ANU MADAPARTHI" userId="3d04154bf0d85f2f" providerId="LiveId" clId="{2C31D04C-4582-4A6D-B43C-791E785B123C}" dt="2026-04-14T15:28:59.364" v="1324" actId="255"/>
          <ac:spMkLst>
            <pc:docMk/>
            <pc:sldMk cId="0" sldId="258"/>
            <ac:spMk id="162" creationId="{00000000-0000-0000-0000-000000000000}"/>
          </ac:spMkLst>
        </pc:spChg>
      </pc:sldChg>
      <pc:sldChg chg="modSp mod">
        <pc:chgData name="ANU MADAPARTHI" userId="3d04154bf0d85f2f" providerId="LiveId" clId="{2C31D04C-4582-4A6D-B43C-791E785B123C}" dt="2026-04-14T15:30:17.331" v="1337" actId="20577"/>
        <pc:sldMkLst>
          <pc:docMk/>
          <pc:sldMk cId="0" sldId="259"/>
        </pc:sldMkLst>
        <pc:spChg chg="mod">
          <ac:chgData name="ANU MADAPARTHI" userId="3d04154bf0d85f2f" providerId="LiveId" clId="{2C31D04C-4582-4A6D-B43C-791E785B123C}" dt="2026-04-14T15:30:17.331" v="1337" actId="20577"/>
          <ac:spMkLst>
            <pc:docMk/>
            <pc:sldMk cId="0" sldId="259"/>
            <ac:spMk id="2" creationId="{4D5A3512-BCC8-A273-6B07-740E9E78CA20}"/>
          </ac:spMkLst>
        </pc:spChg>
        <pc:spChg chg="mod">
          <ac:chgData name="ANU MADAPARTHI" userId="3d04154bf0d85f2f" providerId="LiveId" clId="{2C31D04C-4582-4A6D-B43C-791E785B123C}" dt="2026-04-14T15:29:15.930" v="1326"/>
          <ac:spMkLst>
            <pc:docMk/>
            <pc:sldMk cId="0" sldId="259"/>
            <ac:spMk id="164" creationId="{00000000-0000-0000-0000-000000000000}"/>
          </ac:spMkLst>
        </pc:spChg>
      </pc:sldChg>
      <pc:sldChg chg="modSp mod">
        <pc:chgData name="ANU MADAPARTHI" userId="3d04154bf0d85f2f" providerId="LiveId" clId="{2C31D04C-4582-4A6D-B43C-791E785B123C}" dt="2026-04-14T15:30:39.237" v="1341" actId="255"/>
        <pc:sldMkLst>
          <pc:docMk/>
          <pc:sldMk cId="0" sldId="260"/>
        </pc:sldMkLst>
        <pc:spChg chg="mod">
          <ac:chgData name="ANU MADAPARTHI" userId="3d04154bf0d85f2f" providerId="LiveId" clId="{2C31D04C-4582-4A6D-B43C-791E785B123C}" dt="2026-04-14T15:30:30.033" v="1339" actId="1076"/>
          <ac:spMkLst>
            <pc:docMk/>
            <pc:sldMk cId="0" sldId="260"/>
            <ac:spMk id="2" creationId="{B74160CC-D8EC-52F7-7BCC-FC999B0EC6C1}"/>
          </ac:spMkLst>
        </pc:spChg>
        <pc:spChg chg="mod">
          <ac:chgData name="ANU MADAPARTHI" userId="3d04154bf0d85f2f" providerId="LiveId" clId="{2C31D04C-4582-4A6D-B43C-791E785B123C}" dt="2026-04-14T15:30:39.237" v="1341" actId="255"/>
          <ac:spMkLst>
            <pc:docMk/>
            <pc:sldMk cId="0" sldId="260"/>
            <ac:spMk id="166" creationId="{00000000-0000-0000-0000-000000000000}"/>
          </ac:spMkLst>
        </pc:spChg>
      </pc:sldChg>
      <pc:sldChg chg="modSp mod">
        <pc:chgData name="ANU MADAPARTHI" userId="3d04154bf0d85f2f" providerId="LiveId" clId="{2C31D04C-4582-4A6D-B43C-791E785B123C}" dt="2026-04-14T15:31:06.425" v="1345" actId="255"/>
        <pc:sldMkLst>
          <pc:docMk/>
          <pc:sldMk cId="0" sldId="261"/>
        </pc:sldMkLst>
        <pc:spChg chg="mod">
          <ac:chgData name="ANU MADAPARTHI" userId="3d04154bf0d85f2f" providerId="LiveId" clId="{2C31D04C-4582-4A6D-B43C-791E785B123C}" dt="2026-04-14T15:30:54.016" v="1343" actId="1076"/>
          <ac:spMkLst>
            <pc:docMk/>
            <pc:sldMk cId="0" sldId="261"/>
            <ac:spMk id="3" creationId="{8EC1ED73-8027-7564-7E45-8E5E7ADF29AD}"/>
          </ac:spMkLst>
        </pc:spChg>
        <pc:spChg chg="mod">
          <ac:chgData name="ANU MADAPARTHI" userId="3d04154bf0d85f2f" providerId="LiveId" clId="{2C31D04C-4582-4A6D-B43C-791E785B123C}" dt="2026-04-14T15:31:06.425" v="1345" actId="255"/>
          <ac:spMkLst>
            <pc:docMk/>
            <pc:sldMk cId="0" sldId="261"/>
            <ac:spMk id="168" creationId="{00000000-0000-0000-0000-000000000000}"/>
          </ac:spMkLst>
        </pc:spChg>
      </pc:sldChg>
      <pc:sldChg chg="modSp mod">
        <pc:chgData name="ANU MADAPARTHI" userId="3d04154bf0d85f2f" providerId="LiveId" clId="{2C31D04C-4582-4A6D-B43C-791E785B123C}" dt="2026-04-14T15:33:05.422" v="1350" actId="1076"/>
        <pc:sldMkLst>
          <pc:docMk/>
          <pc:sldMk cId="0" sldId="262"/>
        </pc:sldMkLst>
        <pc:spChg chg="mod">
          <ac:chgData name="ANU MADAPARTHI" userId="3d04154bf0d85f2f" providerId="LiveId" clId="{2C31D04C-4582-4A6D-B43C-791E785B123C}" dt="2026-04-14T15:33:05.422" v="1350" actId="1076"/>
          <ac:spMkLst>
            <pc:docMk/>
            <pc:sldMk cId="0" sldId="262"/>
            <ac:spMk id="170" creationId="{00000000-0000-0000-0000-000000000000}"/>
          </ac:spMkLst>
        </pc:spChg>
        <pc:spChg chg="mod">
          <ac:chgData name="ANU MADAPARTHI" userId="3d04154bf0d85f2f" providerId="LiveId" clId="{2C31D04C-4582-4A6D-B43C-791E785B123C}" dt="2026-04-14T15:32:39.105" v="1347" actId="2711"/>
          <ac:spMkLst>
            <pc:docMk/>
            <pc:sldMk cId="0" sldId="262"/>
            <ac:spMk id="171" creationId="{00000000-0000-0000-0000-000000000000}"/>
          </ac:spMkLst>
        </pc:spChg>
      </pc:sldChg>
      <pc:sldChg chg="modSp mod">
        <pc:chgData name="ANU MADAPARTHI" userId="3d04154bf0d85f2f" providerId="LiveId" clId="{2C31D04C-4582-4A6D-B43C-791E785B123C}" dt="2026-04-14T15:33:29.763" v="1354" actId="2711"/>
        <pc:sldMkLst>
          <pc:docMk/>
          <pc:sldMk cId="0" sldId="263"/>
        </pc:sldMkLst>
        <pc:spChg chg="mod">
          <ac:chgData name="ANU MADAPARTHI" userId="3d04154bf0d85f2f" providerId="LiveId" clId="{2C31D04C-4582-4A6D-B43C-791E785B123C}" dt="2026-04-14T15:33:22.415" v="1353" actId="1076"/>
          <ac:spMkLst>
            <pc:docMk/>
            <pc:sldMk cId="0" sldId="263"/>
            <ac:spMk id="172" creationId="{00000000-0000-0000-0000-000000000000}"/>
          </ac:spMkLst>
        </pc:spChg>
        <pc:spChg chg="mod">
          <ac:chgData name="ANU MADAPARTHI" userId="3d04154bf0d85f2f" providerId="LiveId" clId="{2C31D04C-4582-4A6D-B43C-791E785B123C}" dt="2026-04-14T15:33:29.763" v="1354" actId="2711"/>
          <ac:spMkLst>
            <pc:docMk/>
            <pc:sldMk cId="0" sldId="263"/>
            <ac:spMk id="173" creationId="{00000000-0000-0000-0000-000000000000}"/>
          </ac:spMkLst>
        </pc:spChg>
      </pc:sldChg>
      <pc:sldChg chg="addSp delSp modSp del mod ord modClrScheme chgLayout">
        <pc:chgData name="ANU MADAPARTHI" userId="3d04154bf0d85f2f" providerId="LiveId" clId="{2C31D04C-4582-4A6D-B43C-791E785B123C}" dt="2026-04-14T15:45:04.705" v="1635" actId="2696"/>
        <pc:sldMkLst>
          <pc:docMk/>
          <pc:sldMk cId="757776426" sldId="287"/>
        </pc:sldMkLst>
        <pc:spChg chg="add mod ord">
          <ac:chgData name="ANU MADAPARTHI" userId="3d04154bf0d85f2f" providerId="LiveId" clId="{2C31D04C-4582-4A6D-B43C-791E785B123C}" dt="2026-04-14T15:44:20.663" v="1634" actId="5793"/>
          <ac:spMkLst>
            <pc:docMk/>
            <pc:sldMk cId="757776426" sldId="287"/>
            <ac:spMk id="2" creationId="{3390227C-EC88-61D2-C470-1367B2F95457}"/>
          </ac:spMkLst>
        </pc:spChg>
        <pc:spChg chg="del mod">
          <ac:chgData name="ANU MADAPARTHI" userId="3d04154bf0d85f2f" providerId="LiveId" clId="{2C31D04C-4582-4A6D-B43C-791E785B123C}" dt="2026-04-14T15:43:43.519" v="1438"/>
          <ac:spMkLst>
            <pc:docMk/>
            <pc:sldMk cId="757776426" sldId="287"/>
            <ac:spMk id="5" creationId="{64E14A40-CD6A-62EE-86C8-991B54F95172}"/>
          </ac:spMkLst>
        </pc:spChg>
      </pc:sldChg>
      <pc:sldChg chg="modSp add mod">
        <pc:chgData name="ANU MADAPARTHI" userId="3d04154bf0d85f2f" providerId="LiveId" clId="{2C31D04C-4582-4A6D-B43C-791E785B123C}" dt="2026-04-14T15:41:13.149" v="1409" actId="1076"/>
        <pc:sldMkLst>
          <pc:docMk/>
          <pc:sldMk cId="3436068761" sldId="294"/>
        </pc:sldMkLst>
        <pc:picChg chg="mod">
          <ac:chgData name="ANU MADAPARTHI" userId="3d04154bf0d85f2f" providerId="LiveId" clId="{2C31D04C-4582-4A6D-B43C-791E785B123C}" dt="2026-04-14T15:41:13.149" v="1409" actId="1076"/>
          <ac:picMkLst>
            <pc:docMk/>
            <pc:sldMk cId="3436068761" sldId="294"/>
            <ac:picMk id="4" creationId="{00000000-0000-0000-0000-000000000000}"/>
          </ac:picMkLst>
        </pc:picChg>
      </pc:sldChg>
      <pc:sldChg chg="modSp add mod">
        <pc:chgData name="ANU MADAPARTHI" userId="3d04154bf0d85f2f" providerId="LiveId" clId="{2C31D04C-4582-4A6D-B43C-791E785B123C}" dt="2026-04-14T15:41:33.200" v="1413" actId="14100"/>
        <pc:sldMkLst>
          <pc:docMk/>
          <pc:sldMk cId="3634582927" sldId="295"/>
        </pc:sldMkLst>
        <pc:picChg chg="mod">
          <ac:chgData name="ANU MADAPARTHI" userId="3d04154bf0d85f2f" providerId="LiveId" clId="{2C31D04C-4582-4A6D-B43C-791E785B123C}" dt="2026-04-14T15:41:33.200" v="1413" actId="14100"/>
          <ac:picMkLst>
            <pc:docMk/>
            <pc:sldMk cId="3634582927" sldId="295"/>
            <ac:picMk id="3" creationId="{00000000-0000-0000-0000-000000000000}"/>
          </ac:picMkLst>
        </pc:picChg>
      </pc:sldChg>
      <pc:sldChg chg="modSp mod">
        <pc:chgData name="ANU MADAPARTHI" userId="3d04154bf0d85f2f" providerId="LiveId" clId="{2C31D04C-4582-4A6D-B43C-791E785B123C}" dt="2026-04-14T15:28:26.519" v="1320" actId="14100"/>
        <pc:sldMkLst>
          <pc:docMk/>
          <pc:sldMk cId="2342907101" sldId="299"/>
        </pc:sldMkLst>
        <pc:spChg chg="mod">
          <ac:chgData name="ANU MADAPARTHI" userId="3d04154bf0d85f2f" providerId="LiveId" clId="{2C31D04C-4582-4A6D-B43C-791E785B123C}" dt="2026-04-14T15:28:26.519" v="1320" actId="14100"/>
          <ac:spMkLst>
            <pc:docMk/>
            <pc:sldMk cId="2342907101" sldId="299"/>
            <ac:spMk id="2" creationId="{D18DEC5B-FB3C-411B-D205-4B4F9E28AD19}"/>
          </ac:spMkLst>
        </pc:spChg>
        <pc:spChg chg="mod">
          <ac:chgData name="ANU MADAPARTHI" userId="3d04154bf0d85f2f" providerId="LiveId" clId="{2C31D04C-4582-4A6D-B43C-791E785B123C}" dt="2026-04-14T15:28:20.456" v="1319" actId="1076"/>
          <ac:spMkLst>
            <pc:docMk/>
            <pc:sldMk cId="2342907101" sldId="299"/>
            <ac:spMk id="3" creationId="{05E9B21A-5B79-61A6-578E-106D7DAE09B3}"/>
          </ac:spMkLst>
        </pc:spChg>
      </pc:sldChg>
      <pc:sldChg chg="modSp add del mod">
        <pc:chgData name="ANU MADAPARTHI" userId="3d04154bf0d85f2f" providerId="LiveId" clId="{2C31D04C-4582-4A6D-B43C-791E785B123C}" dt="2026-03-24T16:32:22.978" v="829"/>
        <pc:sldMkLst>
          <pc:docMk/>
          <pc:sldMk cId="4008757791" sldId="300"/>
        </pc:sldMkLst>
        <pc:spChg chg="mod">
          <ac:chgData name="ANU MADAPARTHI" userId="3d04154bf0d85f2f" providerId="LiveId" clId="{2C31D04C-4582-4A6D-B43C-791E785B123C}" dt="2026-03-24T16:32:22.978" v="829"/>
          <ac:spMkLst>
            <pc:docMk/>
            <pc:sldMk cId="4008757791" sldId="300"/>
            <ac:spMk id="2" creationId="{84F27C7C-BEEF-C488-F786-980A6FC08CF4}"/>
          </ac:spMkLst>
        </pc:spChg>
      </pc:sldChg>
      <pc:sldChg chg="modSp mod ord">
        <pc:chgData name="ANU MADAPARTHI" userId="3d04154bf0d85f2f" providerId="LiveId" clId="{2C31D04C-4582-4A6D-B43C-791E785B123C}" dt="2026-04-14T15:25:48.411" v="1304" actId="14100"/>
        <pc:sldMkLst>
          <pc:docMk/>
          <pc:sldMk cId="0" sldId="301"/>
        </pc:sldMkLst>
        <pc:spChg chg="mod">
          <ac:chgData name="ANU MADAPARTHI" userId="3d04154bf0d85f2f" providerId="LiveId" clId="{2C31D04C-4582-4A6D-B43C-791E785B123C}" dt="2026-04-14T15:25:48.411" v="1304" actId="14100"/>
          <ac:spMkLst>
            <pc:docMk/>
            <pc:sldMk cId="0" sldId="301"/>
            <ac:spMk id="2" creationId="{00000000-0000-0000-0000-000000000000}"/>
          </ac:spMkLst>
        </pc:spChg>
        <pc:spChg chg="mod">
          <ac:chgData name="ANU MADAPARTHI" userId="3d04154bf0d85f2f" providerId="LiveId" clId="{2C31D04C-4582-4A6D-B43C-791E785B123C}" dt="2026-03-16T14:39:45.017" v="63" actId="14100"/>
          <ac:spMkLst>
            <pc:docMk/>
            <pc:sldMk cId="0" sldId="301"/>
            <ac:spMk id="3" creationId="{00000000-0000-0000-0000-000000000000}"/>
          </ac:spMkLst>
        </pc:spChg>
      </pc:sldChg>
      <pc:sldChg chg="modSp mod">
        <pc:chgData name="ANU MADAPARTHI" userId="3d04154bf0d85f2f" providerId="LiveId" clId="{2C31D04C-4582-4A6D-B43C-791E785B123C}" dt="2026-04-14T15:36:52.611" v="1366" actId="14100"/>
        <pc:sldMkLst>
          <pc:docMk/>
          <pc:sldMk cId="0" sldId="302"/>
        </pc:sldMkLst>
        <pc:spChg chg="mod">
          <ac:chgData name="ANU MADAPARTHI" userId="3d04154bf0d85f2f" providerId="LiveId" clId="{2C31D04C-4582-4A6D-B43C-791E785B123C}" dt="2026-04-14T15:36:42.722" v="1363" actId="1076"/>
          <ac:spMkLst>
            <pc:docMk/>
            <pc:sldMk cId="0" sldId="302"/>
            <ac:spMk id="2" creationId="{00000000-0000-0000-0000-000000000000}"/>
          </ac:spMkLst>
        </pc:spChg>
        <pc:picChg chg="mod">
          <ac:chgData name="ANU MADAPARTHI" userId="3d04154bf0d85f2f" providerId="LiveId" clId="{2C31D04C-4582-4A6D-B43C-791E785B123C}" dt="2026-04-14T15:36:52.611" v="1366" actId="14100"/>
          <ac:picMkLst>
            <pc:docMk/>
            <pc:sldMk cId="0" sldId="302"/>
            <ac:picMk id="9" creationId="{00000000-0000-0000-0000-000000000000}"/>
          </ac:picMkLst>
        </pc:picChg>
      </pc:sldChg>
      <pc:sldChg chg="addSp delSp modSp new mod modClrScheme chgLayout">
        <pc:chgData name="ANU MADAPARTHI" userId="3d04154bf0d85f2f" providerId="LiveId" clId="{2C31D04C-4582-4A6D-B43C-791E785B123C}" dt="2026-04-14T15:26:11.809" v="1307" actId="5793"/>
        <pc:sldMkLst>
          <pc:docMk/>
          <pc:sldMk cId="3756165138" sldId="303"/>
        </pc:sldMkLst>
        <pc:spChg chg="add mod ord">
          <ac:chgData name="ANU MADAPARTHI" userId="3d04154bf0d85f2f" providerId="LiveId" clId="{2C31D04C-4582-4A6D-B43C-791E785B123C}" dt="2026-04-14T15:26:03.046" v="1306" actId="255"/>
          <ac:spMkLst>
            <pc:docMk/>
            <pc:sldMk cId="3756165138" sldId="303"/>
            <ac:spMk id="3" creationId="{85D09C8F-A4BC-B4B0-7E83-5A11EEE0218E}"/>
          </ac:spMkLst>
        </pc:spChg>
        <pc:spChg chg="add mod ord">
          <ac:chgData name="ANU MADAPARTHI" userId="3d04154bf0d85f2f" providerId="LiveId" clId="{2C31D04C-4582-4A6D-B43C-791E785B123C}" dt="2026-04-14T15:26:11.809" v="1307" actId="5793"/>
          <ac:spMkLst>
            <pc:docMk/>
            <pc:sldMk cId="3756165138" sldId="303"/>
            <ac:spMk id="4" creationId="{2B7B92E1-8826-42AF-C2DE-6294CEF715E6}"/>
          </ac:spMkLst>
        </pc:spChg>
      </pc:sldChg>
      <pc:sldChg chg="modSp new mod">
        <pc:chgData name="ANU MADAPARTHI" userId="3d04154bf0d85f2f" providerId="LiveId" clId="{2C31D04C-4582-4A6D-B43C-791E785B123C}" dt="2026-04-14T15:26:56.727" v="1312" actId="1076"/>
        <pc:sldMkLst>
          <pc:docMk/>
          <pc:sldMk cId="3669442845" sldId="304"/>
        </pc:sldMkLst>
        <pc:spChg chg="mod">
          <ac:chgData name="ANU MADAPARTHI" userId="3d04154bf0d85f2f" providerId="LiveId" clId="{2C31D04C-4582-4A6D-B43C-791E785B123C}" dt="2026-04-14T15:26:44.473" v="1310"/>
          <ac:spMkLst>
            <pc:docMk/>
            <pc:sldMk cId="3669442845" sldId="304"/>
            <ac:spMk id="2" creationId="{458ADA18-6BD0-0FDA-0E14-D2372FD4AC5C}"/>
          </ac:spMkLst>
        </pc:spChg>
        <pc:spChg chg="mod">
          <ac:chgData name="ANU MADAPARTHI" userId="3d04154bf0d85f2f" providerId="LiveId" clId="{2C31D04C-4582-4A6D-B43C-791E785B123C}" dt="2026-04-14T15:26:56.727" v="1312" actId="1076"/>
          <ac:spMkLst>
            <pc:docMk/>
            <pc:sldMk cId="3669442845" sldId="304"/>
            <ac:spMk id="3" creationId="{EF343488-3EB7-9854-1F2E-64427715B651}"/>
          </ac:spMkLst>
        </pc:spChg>
      </pc:sldChg>
      <pc:sldChg chg="addSp delSp modSp new mod modClrScheme chgLayout">
        <pc:chgData name="ANU MADAPARTHI" userId="3d04154bf0d85f2f" providerId="LiveId" clId="{2C31D04C-4582-4A6D-B43C-791E785B123C}" dt="2026-04-14T16:32:10.281" v="1729"/>
        <pc:sldMkLst>
          <pc:docMk/>
          <pc:sldMk cId="1534185655" sldId="305"/>
        </pc:sldMkLst>
        <pc:spChg chg="add mod ord">
          <ac:chgData name="ANU MADAPARTHI" userId="3d04154bf0d85f2f" providerId="LiveId" clId="{2C31D04C-4582-4A6D-B43C-791E785B123C}" dt="2026-04-14T15:37:19.130" v="1370" actId="14100"/>
          <ac:spMkLst>
            <pc:docMk/>
            <pc:sldMk cId="1534185655" sldId="305"/>
            <ac:spMk id="2" creationId="{42BE20B8-553E-BEC1-6C8E-E1FE6B8F8A3F}"/>
          </ac:spMkLst>
        </pc:spChg>
        <pc:spChg chg="add del mod">
          <ac:chgData name="ANU MADAPARTHI" userId="3d04154bf0d85f2f" providerId="LiveId" clId="{2C31D04C-4582-4A6D-B43C-791E785B123C}" dt="2026-04-14T16:32:10.281" v="1729"/>
          <ac:spMkLst>
            <pc:docMk/>
            <pc:sldMk cId="1534185655" sldId="305"/>
            <ac:spMk id="3" creationId="{A1E53D8E-95F3-C17C-F911-9C1EE74D6097}"/>
          </ac:spMkLst>
        </pc:spChg>
        <pc:spChg chg="add mod ord">
          <ac:chgData name="ANU MADAPARTHI" userId="3d04154bf0d85f2f" providerId="LiveId" clId="{2C31D04C-4582-4A6D-B43C-791E785B123C}" dt="2026-04-14T15:37:28.357" v="1371" actId="255"/>
          <ac:spMkLst>
            <pc:docMk/>
            <pc:sldMk cId="1534185655" sldId="305"/>
            <ac:spMk id="6" creationId="{296EBAE4-C635-2812-295A-3FE47AE7AE57}"/>
          </ac:spMkLst>
        </pc:spChg>
        <pc:spChg chg="add">
          <ac:chgData name="ANU MADAPARTHI" userId="3d04154bf0d85f2f" providerId="LiveId" clId="{2C31D04C-4582-4A6D-B43C-791E785B123C}" dt="2026-04-14T16:31:16.187" v="1637"/>
          <ac:spMkLst>
            <pc:docMk/>
            <pc:sldMk cId="1534185655" sldId="305"/>
            <ac:spMk id="9" creationId="{B4407140-E7A0-58F1-B0C7-D70B85F1A365}"/>
          </ac:spMkLst>
        </pc:spChg>
        <pc:grpChg chg="add mod">
          <ac:chgData name="ANU MADAPARTHI" userId="3d04154bf0d85f2f" providerId="LiveId" clId="{2C31D04C-4582-4A6D-B43C-791E785B123C}" dt="2026-04-14T16:31:34.243" v="1643" actId="1076"/>
          <ac:grpSpMkLst>
            <pc:docMk/>
            <pc:sldMk cId="1534185655" sldId="305"/>
            <ac:grpSpMk id="4" creationId="{A503A42D-1C87-359E-74D7-3A5A8D064ED1}"/>
          </ac:grpSpMkLst>
        </pc:grpChg>
        <pc:picChg chg="add del mod">
          <ac:chgData name="ANU MADAPARTHI" userId="3d04154bf0d85f2f" providerId="LiveId" clId="{2C31D04C-4582-4A6D-B43C-791E785B123C}" dt="2026-04-14T16:31:14.218" v="1636" actId="478"/>
          <ac:picMkLst>
            <pc:docMk/>
            <pc:sldMk cId="1534185655" sldId="305"/>
            <ac:picMk id="7" creationId="{BBA1C93A-4018-5DCB-DB34-564CCED29748}"/>
          </ac:picMkLst>
        </pc:picChg>
      </pc:sldChg>
      <pc:sldChg chg="addSp delSp modSp new mod">
        <pc:chgData name="ANU MADAPARTHI" userId="3d04154bf0d85f2f" providerId="LiveId" clId="{2C31D04C-4582-4A6D-B43C-791E785B123C}" dt="2026-04-14T16:33:31.919" v="1747" actId="1076"/>
        <pc:sldMkLst>
          <pc:docMk/>
          <pc:sldMk cId="3188483619" sldId="306"/>
        </pc:sldMkLst>
        <pc:spChg chg="add mod">
          <ac:chgData name="ANU MADAPARTHI" userId="3d04154bf0d85f2f" providerId="LiveId" clId="{2C31D04C-4582-4A6D-B43C-791E785B123C}" dt="2026-04-14T16:33:02.542" v="1741" actId="20577"/>
          <ac:spMkLst>
            <pc:docMk/>
            <pc:sldMk cId="3188483619" sldId="306"/>
            <ac:spMk id="2" creationId="{2043C54C-E1DE-9145-3BF4-6ED719429C61}"/>
          </ac:spMkLst>
        </pc:spChg>
        <pc:spChg chg="add mod">
          <ac:chgData name="ANU MADAPARTHI" userId="3d04154bf0d85f2f" providerId="LiveId" clId="{2C31D04C-4582-4A6D-B43C-791E785B123C}" dt="2026-04-14T15:37:52.483" v="1373" actId="255"/>
          <ac:spMkLst>
            <pc:docMk/>
            <pc:sldMk cId="3188483619" sldId="306"/>
            <ac:spMk id="3" creationId="{A78694F2-4677-CAEB-952F-F8AE61CC3DA1}"/>
          </ac:spMkLst>
        </pc:spChg>
        <pc:spChg chg="add mod">
          <ac:chgData name="ANU MADAPARTHI" userId="3d04154bf0d85f2f" providerId="LiveId" clId="{2C31D04C-4582-4A6D-B43C-791E785B123C}" dt="2026-04-14T16:32:39.615" v="1732" actId="1076"/>
          <ac:spMkLst>
            <pc:docMk/>
            <pc:sldMk cId="3188483619" sldId="306"/>
            <ac:spMk id="5" creationId="{DF965B42-BA8F-C2CA-91B9-7FC1DAC0DC3A}"/>
          </ac:spMkLst>
        </pc:spChg>
        <pc:spChg chg="add mod">
          <ac:chgData name="ANU MADAPARTHI" userId="3d04154bf0d85f2f" providerId="LiveId" clId="{2C31D04C-4582-4A6D-B43C-791E785B123C}" dt="2026-04-14T16:33:18.887" v="1745" actId="14100"/>
          <ac:spMkLst>
            <pc:docMk/>
            <pc:sldMk cId="3188483619" sldId="306"/>
            <ac:spMk id="6" creationId="{0E3CA4FB-3681-3789-4921-636B261F3510}"/>
          </ac:spMkLst>
        </pc:spChg>
        <pc:picChg chg="add del mod">
          <ac:chgData name="ANU MADAPARTHI" userId="3d04154bf0d85f2f" providerId="LiveId" clId="{2C31D04C-4582-4A6D-B43C-791E785B123C}" dt="2026-04-14T16:32:34.186" v="1730" actId="478"/>
          <ac:picMkLst>
            <pc:docMk/>
            <pc:sldMk cId="3188483619" sldId="306"/>
            <ac:picMk id="4" creationId="{F009565B-78E5-6B49-B092-7E7E880CB974}"/>
          </ac:picMkLst>
        </pc:picChg>
        <pc:picChg chg="add mod">
          <ac:chgData name="ANU MADAPARTHI" userId="3d04154bf0d85f2f" providerId="LiveId" clId="{2C31D04C-4582-4A6D-B43C-791E785B123C}" dt="2026-04-14T16:33:31.919" v="1747" actId="1076"/>
          <ac:picMkLst>
            <pc:docMk/>
            <pc:sldMk cId="3188483619" sldId="306"/>
            <ac:picMk id="3073" creationId="{506FED13-4404-E9A9-BC59-71E6EBBEB4BE}"/>
          </ac:picMkLst>
        </pc:picChg>
      </pc:sldChg>
      <pc:sldChg chg="addSp delSp modSp new mod">
        <pc:chgData name="ANU MADAPARTHI" userId="3d04154bf0d85f2f" providerId="LiveId" clId="{2C31D04C-4582-4A6D-B43C-791E785B123C}" dt="2026-04-14T16:34:28.727" v="1764" actId="1076"/>
        <pc:sldMkLst>
          <pc:docMk/>
          <pc:sldMk cId="2415285897" sldId="307"/>
        </pc:sldMkLst>
        <pc:spChg chg="add mod">
          <ac:chgData name="ANU MADAPARTHI" userId="3d04154bf0d85f2f" providerId="LiveId" clId="{2C31D04C-4582-4A6D-B43C-791E785B123C}" dt="2026-04-14T16:34:12.620" v="1761" actId="20577"/>
          <ac:spMkLst>
            <pc:docMk/>
            <pc:sldMk cId="2415285897" sldId="307"/>
            <ac:spMk id="2" creationId="{04FA1C16-A8D8-05AF-6CD7-5C18BEA433AD}"/>
          </ac:spMkLst>
        </pc:spChg>
        <pc:spChg chg="add mod">
          <ac:chgData name="ANU MADAPARTHI" userId="3d04154bf0d85f2f" providerId="LiveId" clId="{2C31D04C-4582-4A6D-B43C-791E785B123C}" dt="2026-04-14T15:38:09" v="1374" actId="255"/>
          <ac:spMkLst>
            <pc:docMk/>
            <pc:sldMk cId="2415285897" sldId="307"/>
            <ac:spMk id="3" creationId="{B834F4D2-2188-BDA4-0DB4-EABA5B329C67}"/>
          </ac:spMkLst>
        </pc:spChg>
        <pc:spChg chg="add mod">
          <ac:chgData name="ANU MADAPARTHI" userId="3d04154bf0d85f2f" providerId="LiveId" clId="{2C31D04C-4582-4A6D-B43C-791E785B123C}" dt="2026-04-14T16:34:01.901" v="1751" actId="14100"/>
          <ac:spMkLst>
            <pc:docMk/>
            <pc:sldMk cId="2415285897" sldId="307"/>
            <ac:spMk id="5" creationId="{6F83C181-8D25-7462-F5A3-83FE2CFDDAC0}"/>
          </ac:spMkLst>
        </pc:spChg>
        <pc:spChg chg="add mod">
          <ac:chgData name="ANU MADAPARTHI" userId="3d04154bf0d85f2f" providerId="LiveId" clId="{2C31D04C-4582-4A6D-B43C-791E785B123C}" dt="2026-03-24T16:36:06.713" v="850" actId="1076"/>
          <ac:spMkLst>
            <pc:docMk/>
            <pc:sldMk cId="2415285897" sldId="307"/>
            <ac:spMk id="6" creationId="{1CC64253-E043-B55A-CB24-65891BAFF96D}"/>
          </ac:spMkLst>
        </pc:spChg>
        <pc:picChg chg="add del mod">
          <ac:chgData name="ANU MADAPARTHI" userId="3d04154bf0d85f2f" providerId="LiveId" clId="{2C31D04C-4582-4A6D-B43C-791E785B123C}" dt="2026-04-14T16:33:37.620" v="1748" actId="478"/>
          <ac:picMkLst>
            <pc:docMk/>
            <pc:sldMk cId="2415285897" sldId="307"/>
            <ac:picMk id="4" creationId="{3696A40D-C6DB-5900-08C3-B14593C713AC}"/>
          </ac:picMkLst>
        </pc:picChg>
        <pc:picChg chg="add mod">
          <ac:chgData name="ANU MADAPARTHI" userId="3d04154bf0d85f2f" providerId="LiveId" clId="{2C31D04C-4582-4A6D-B43C-791E785B123C}" dt="2026-04-14T16:34:28.727" v="1764" actId="1076"/>
          <ac:picMkLst>
            <pc:docMk/>
            <pc:sldMk cId="2415285897" sldId="307"/>
            <ac:picMk id="4097" creationId="{2656676A-8CB3-2229-09DB-A04375D081B6}"/>
          </ac:picMkLst>
        </pc:picChg>
      </pc:sldChg>
      <pc:sldChg chg="addSp delSp modSp new mod">
        <pc:chgData name="ANU MADAPARTHI" userId="3d04154bf0d85f2f" providerId="LiveId" clId="{2C31D04C-4582-4A6D-B43C-791E785B123C}" dt="2026-04-14T16:38:42.106" v="2053" actId="1076"/>
        <pc:sldMkLst>
          <pc:docMk/>
          <pc:sldMk cId="480191323" sldId="308"/>
        </pc:sldMkLst>
        <pc:spChg chg="add mod">
          <ac:chgData name="ANU MADAPARTHI" userId="3d04154bf0d85f2f" providerId="LiveId" clId="{2C31D04C-4582-4A6D-B43C-791E785B123C}" dt="2026-04-14T16:37:27.482" v="2043" actId="20577"/>
          <ac:spMkLst>
            <pc:docMk/>
            <pc:sldMk cId="480191323" sldId="308"/>
            <ac:spMk id="2" creationId="{48C6F5C0-9F95-8801-18E8-4F182949318F}"/>
          </ac:spMkLst>
        </pc:spChg>
        <pc:spChg chg="add mod">
          <ac:chgData name="ANU MADAPARTHI" userId="3d04154bf0d85f2f" providerId="LiveId" clId="{2C31D04C-4582-4A6D-B43C-791E785B123C}" dt="2026-04-14T16:36:42.759" v="2031" actId="1076"/>
          <ac:spMkLst>
            <pc:docMk/>
            <pc:sldMk cId="480191323" sldId="308"/>
            <ac:spMk id="3" creationId="{22749E61-FCFF-410C-C510-DA6414ECC732}"/>
          </ac:spMkLst>
        </pc:spChg>
        <pc:spChg chg="add mod">
          <ac:chgData name="ANU MADAPARTHI" userId="3d04154bf0d85f2f" providerId="LiveId" clId="{2C31D04C-4582-4A6D-B43C-791E785B123C}" dt="2026-04-14T16:37:17.146" v="2035" actId="1076"/>
          <ac:spMkLst>
            <pc:docMk/>
            <pc:sldMk cId="480191323" sldId="308"/>
            <ac:spMk id="5" creationId="{16E4A0EE-011A-295C-901C-C720375F58C7}"/>
          </ac:spMkLst>
        </pc:spChg>
        <pc:spChg chg="add mod">
          <ac:chgData name="ANU MADAPARTHI" userId="3d04154bf0d85f2f" providerId="LiveId" clId="{2C31D04C-4582-4A6D-B43C-791E785B123C}" dt="2026-04-14T16:38:42.106" v="2053" actId="1076"/>
          <ac:spMkLst>
            <pc:docMk/>
            <pc:sldMk cId="480191323" sldId="308"/>
            <ac:spMk id="6" creationId="{174437AE-1762-2D17-6883-A37C09028473}"/>
          </ac:spMkLst>
        </pc:spChg>
        <pc:picChg chg="add del mod">
          <ac:chgData name="ANU MADAPARTHI" userId="3d04154bf0d85f2f" providerId="LiveId" clId="{2C31D04C-4582-4A6D-B43C-791E785B123C}" dt="2026-04-14T16:34:35.760" v="1765" actId="478"/>
          <ac:picMkLst>
            <pc:docMk/>
            <pc:sldMk cId="480191323" sldId="308"/>
            <ac:picMk id="4" creationId="{B62DDFFD-D071-E9E8-4804-F6B8C0653F4F}"/>
          </ac:picMkLst>
        </pc:picChg>
        <pc:picChg chg="add mod">
          <ac:chgData name="ANU MADAPARTHI" userId="3d04154bf0d85f2f" providerId="LiveId" clId="{2C31D04C-4582-4A6D-B43C-791E785B123C}" dt="2026-04-14T16:38:14.628" v="2051" actId="14100"/>
          <ac:picMkLst>
            <pc:docMk/>
            <pc:sldMk cId="480191323" sldId="308"/>
            <ac:picMk id="5121" creationId="{A07D235B-6679-C8C9-A232-708D703A30D8}"/>
          </ac:picMkLst>
        </pc:picChg>
      </pc:sldChg>
      <pc:sldChg chg="addSp modSp new mod ord modClrScheme chgLayout">
        <pc:chgData name="ANU MADAPARTHI" userId="3d04154bf0d85f2f" providerId="LiveId" clId="{2C31D04C-4582-4A6D-B43C-791E785B123C}" dt="2026-04-14T15:34:28.941" v="1358" actId="113"/>
        <pc:sldMkLst>
          <pc:docMk/>
          <pc:sldMk cId="3478990795" sldId="309"/>
        </pc:sldMkLst>
        <pc:spChg chg="add mod">
          <ac:chgData name="ANU MADAPARTHI" userId="3d04154bf0d85f2f" providerId="LiveId" clId="{2C31D04C-4582-4A6D-B43C-791E785B123C}" dt="2026-04-14T15:34:28.941" v="1358" actId="113"/>
          <ac:spMkLst>
            <pc:docMk/>
            <pc:sldMk cId="3478990795" sldId="309"/>
            <ac:spMk id="2" creationId="{FABF34CC-DD37-33D1-BFA0-407E1F8AD3DE}"/>
          </ac:spMkLst>
        </pc:spChg>
        <pc:spChg chg="add mod">
          <ac:chgData name="ANU MADAPARTHI" userId="3d04154bf0d85f2f" providerId="LiveId" clId="{2C31D04C-4582-4A6D-B43C-791E785B123C}" dt="2026-03-24T16:42:21.171" v="914" actId="14100"/>
          <ac:spMkLst>
            <pc:docMk/>
            <pc:sldMk cId="3478990795" sldId="309"/>
            <ac:spMk id="3" creationId="{A0EFA655-3F98-7CDC-74A8-AACFD0396FB9}"/>
          </ac:spMkLst>
        </pc:spChg>
      </pc:sldChg>
      <pc:sldChg chg="addSp modSp new mod">
        <pc:chgData name="ANU MADAPARTHI" userId="3d04154bf0d85f2f" providerId="LiveId" clId="{2C31D04C-4582-4A6D-B43C-791E785B123C}" dt="2026-03-24T16:43:31.471" v="923" actId="14100"/>
        <pc:sldMkLst>
          <pc:docMk/>
          <pc:sldMk cId="77708676" sldId="310"/>
        </pc:sldMkLst>
        <pc:picChg chg="add mod">
          <ac:chgData name="ANU MADAPARTHI" userId="3d04154bf0d85f2f" providerId="LiveId" clId="{2C31D04C-4582-4A6D-B43C-791E785B123C}" dt="2026-03-24T16:43:31.471" v="923" actId="14100"/>
          <ac:picMkLst>
            <pc:docMk/>
            <pc:sldMk cId="77708676" sldId="310"/>
            <ac:picMk id="2" creationId="{EA83DC6C-628A-C815-82CD-FBEA0BD65D67}"/>
          </ac:picMkLst>
        </pc:picChg>
      </pc:sldChg>
      <pc:sldChg chg="addSp modSp new mod">
        <pc:chgData name="ANU MADAPARTHI" userId="3d04154bf0d85f2f" providerId="LiveId" clId="{2C31D04C-4582-4A6D-B43C-791E785B123C}" dt="2026-04-14T15:40:16.678" v="1396" actId="14100"/>
        <pc:sldMkLst>
          <pc:docMk/>
          <pc:sldMk cId="516846144" sldId="311"/>
        </pc:sldMkLst>
        <pc:picChg chg="add mod">
          <ac:chgData name="ANU MADAPARTHI" userId="3d04154bf0d85f2f" providerId="LiveId" clId="{2C31D04C-4582-4A6D-B43C-791E785B123C}" dt="2026-04-14T15:40:16.678" v="1396" actId="14100"/>
          <ac:picMkLst>
            <pc:docMk/>
            <pc:sldMk cId="516846144" sldId="311"/>
            <ac:picMk id="2" creationId="{31E60EB2-B00F-71AE-8619-EA3FCC27873E}"/>
          </ac:picMkLst>
        </pc:picChg>
      </pc:sldChg>
      <pc:sldChg chg="addSp modSp new mod">
        <pc:chgData name="ANU MADAPARTHI" userId="3d04154bf0d85f2f" providerId="LiveId" clId="{2C31D04C-4582-4A6D-B43C-791E785B123C}" dt="2026-04-14T15:40:26.847" v="1399" actId="14100"/>
        <pc:sldMkLst>
          <pc:docMk/>
          <pc:sldMk cId="1954988275" sldId="312"/>
        </pc:sldMkLst>
        <pc:picChg chg="add mod">
          <ac:chgData name="ANU MADAPARTHI" userId="3d04154bf0d85f2f" providerId="LiveId" clId="{2C31D04C-4582-4A6D-B43C-791E785B123C}" dt="2026-04-14T15:40:26.847" v="1399" actId="14100"/>
          <ac:picMkLst>
            <pc:docMk/>
            <pc:sldMk cId="1954988275" sldId="312"/>
            <ac:picMk id="2" creationId="{615586DE-3A29-AED3-33D7-B5D49283AAC3}"/>
          </ac:picMkLst>
        </pc:picChg>
      </pc:sldChg>
      <pc:sldChg chg="addSp modSp new mod">
        <pc:chgData name="ANU MADAPARTHI" userId="3d04154bf0d85f2f" providerId="LiveId" clId="{2C31D04C-4582-4A6D-B43C-791E785B123C}" dt="2026-04-14T15:40:54.088" v="1405" actId="14100"/>
        <pc:sldMkLst>
          <pc:docMk/>
          <pc:sldMk cId="2465164344" sldId="313"/>
        </pc:sldMkLst>
        <pc:picChg chg="add mod">
          <ac:chgData name="ANU MADAPARTHI" userId="3d04154bf0d85f2f" providerId="LiveId" clId="{2C31D04C-4582-4A6D-B43C-791E785B123C}" dt="2026-04-14T15:40:54.088" v="1405" actId="14100"/>
          <ac:picMkLst>
            <pc:docMk/>
            <pc:sldMk cId="2465164344" sldId="313"/>
            <ac:picMk id="2" creationId="{A3B9395E-B30D-E1DD-2CC6-462334502098}"/>
          </ac:picMkLst>
        </pc:picChg>
      </pc:sldChg>
      <pc:sldChg chg="addSp modSp new mod ord">
        <pc:chgData name="ANU MADAPARTHI" userId="3d04154bf0d85f2f" providerId="LiveId" clId="{2C31D04C-4582-4A6D-B43C-791E785B123C}" dt="2026-04-14T15:41:47.267" v="1417" actId="14100"/>
        <pc:sldMkLst>
          <pc:docMk/>
          <pc:sldMk cId="2357104166" sldId="314"/>
        </pc:sldMkLst>
        <pc:picChg chg="add mod">
          <ac:chgData name="ANU MADAPARTHI" userId="3d04154bf0d85f2f" providerId="LiveId" clId="{2C31D04C-4582-4A6D-B43C-791E785B123C}" dt="2026-04-14T15:41:47.267" v="1417" actId="14100"/>
          <ac:picMkLst>
            <pc:docMk/>
            <pc:sldMk cId="2357104166" sldId="314"/>
            <ac:picMk id="2" creationId="{419AF74A-FAD5-70A4-7D45-64706CA1380B}"/>
          </ac:picMkLst>
        </pc:picChg>
      </pc:sldChg>
      <pc:sldChg chg="addSp modSp new mod">
        <pc:chgData name="ANU MADAPARTHI" userId="3d04154bf0d85f2f" providerId="LiveId" clId="{2C31D04C-4582-4A6D-B43C-791E785B123C}" dt="2026-04-14T15:42:02.294" v="1421" actId="14100"/>
        <pc:sldMkLst>
          <pc:docMk/>
          <pc:sldMk cId="2049626156" sldId="315"/>
        </pc:sldMkLst>
        <pc:picChg chg="add mod">
          <ac:chgData name="ANU MADAPARTHI" userId="3d04154bf0d85f2f" providerId="LiveId" clId="{2C31D04C-4582-4A6D-B43C-791E785B123C}" dt="2026-04-14T15:42:02.294" v="1421" actId="14100"/>
          <ac:picMkLst>
            <pc:docMk/>
            <pc:sldMk cId="2049626156" sldId="315"/>
            <ac:picMk id="2" creationId="{8886F4A2-EC00-5A8F-D523-B81951C76178}"/>
          </ac:picMkLst>
        </pc:picChg>
      </pc:sldChg>
      <pc:sldChg chg="addSp modSp new">
        <pc:chgData name="ANU MADAPARTHI" userId="3d04154bf0d85f2f" providerId="LiveId" clId="{2C31D04C-4582-4A6D-B43C-791E785B123C}" dt="2026-04-14T15:42:15" v="1424" actId="14100"/>
        <pc:sldMkLst>
          <pc:docMk/>
          <pc:sldMk cId="2285980481" sldId="316"/>
        </pc:sldMkLst>
        <pc:picChg chg="add mod">
          <ac:chgData name="ANU MADAPARTHI" userId="3d04154bf0d85f2f" providerId="LiveId" clId="{2C31D04C-4582-4A6D-B43C-791E785B123C}" dt="2026-04-14T15:42:15" v="1424" actId="14100"/>
          <ac:picMkLst>
            <pc:docMk/>
            <pc:sldMk cId="2285980481" sldId="316"/>
            <ac:picMk id="2" creationId="{495CBE43-2D63-AD0A-88E2-9B360E3CCFEB}"/>
          </ac:picMkLst>
        </pc:picChg>
      </pc:sldChg>
      <pc:sldChg chg="addSp modSp new mod">
        <pc:chgData name="ANU MADAPARTHI" userId="3d04154bf0d85f2f" providerId="LiveId" clId="{2C31D04C-4582-4A6D-B43C-791E785B123C}" dt="2026-04-14T15:42:29.536" v="1429" actId="1076"/>
        <pc:sldMkLst>
          <pc:docMk/>
          <pc:sldMk cId="1396417841" sldId="317"/>
        </pc:sldMkLst>
        <pc:picChg chg="add mod">
          <ac:chgData name="ANU MADAPARTHI" userId="3d04154bf0d85f2f" providerId="LiveId" clId="{2C31D04C-4582-4A6D-B43C-791E785B123C}" dt="2026-04-14T15:42:29.536" v="1429" actId="1076"/>
          <ac:picMkLst>
            <pc:docMk/>
            <pc:sldMk cId="1396417841" sldId="317"/>
            <ac:picMk id="2" creationId="{F8C137B1-C679-415F-F584-484FB90A5AE8}"/>
          </ac:picMkLst>
        </pc:picChg>
      </pc:sldChg>
      <pc:sldChg chg="addSp modSp new mod">
        <pc:chgData name="ANU MADAPARTHI" userId="3d04154bf0d85f2f" providerId="LiveId" clId="{2C31D04C-4582-4A6D-B43C-791E785B123C}" dt="2026-04-14T15:42:44.152" v="1431" actId="255"/>
        <pc:sldMkLst>
          <pc:docMk/>
          <pc:sldMk cId="99204820" sldId="318"/>
        </pc:sldMkLst>
        <pc:spChg chg="add mod">
          <ac:chgData name="ANU MADAPARTHI" userId="3d04154bf0d85f2f" providerId="LiveId" clId="{2C31D04C-4582-4A6D-B43C-791E785B123C}" dt="2026-04-14T15:42:44.152" v="1431" actId="255"/>
          <ac:spMkLst>
            <pc:docMk/>
            <pc:sldMk cId="99204820" sldId="318"/>
            <ac:spMk id="3" creationId="{DBEFCEE0-960E-222F-AFB3-E7AD030F2E06}"/>
          </ac:spMkLst>
        </pc:spChg>
        <pc:spChg chg="add mod">
          <ac:chgData name="ANU MADAPARTHI" userId="3d04154bf0d85f2f" providerId="LiveId" clId="{2C31D04C-4582-4A6D-B43C-791E785B123C}" dt="2026-03-24T16:50:52.996" v="969" actId="1076"/>
          <ac:spMkLst>
            <pc:docMk/>
            <pc:sldMk cId="99204820" sldId="318"/>
            <ac:spMk id="5" creationId="{598E29D8-9FC0-339E-E636-914614C6202B}"/>
          </ac:spMkLst>
        </pc:spChg>
      </pc:sldChg>
      <pc:sldChg chg="addSp modSp new mod">
        <pc:chgData name="ANU MADAPARTHI" userId="3d04154bf0d85f2f" providerId="LiveId" clId="{2C31D04C-4582-4A6D-B43C-791E785B123C}" dt="2026-04-14T15:43:07.158" v="1435" actId="114"/>
        <pc:sldMkLst>
          <pc:docMk/>
          <pc:sldMk cId="2566660392" sldId="319"/>
        </pc:sldMkLst>
        <pc:spChg chg="add mod">
          <ac:chgData name="ANU MADAPARTHI" userId="3d04154bf0d85f2f" providerId="LiveId" clId="{2C31D04C-4582-4A6D-B43C-791E785B123C}" dt="2026-04-14T15:42:58.168" v="1433" actId="255"/>
          <ac:spMkLst>
            <pc:docMk/>
            <pc:sldMk cId="2566660392" sldId="319"/>
            <ac:spMk id="3" creationId="{92E74EB3-5355-CB24-4526-260776DAA0ED}"/>
          </ac:spMkLst>
        </pc:spChg>
        <pc:spChg chg="add mod">
          <ac:chgData name="ANU MADAPARTHI" userId="3d04154bf0d85f2f" providerId="LiveId" clId="{2C31D04C-4582-4A6D-B43C-791E785B123C}" dt="2026-04-14T15:43:07.158" v="1435" actId="114"/>
          <ac:spMkLst>
            <pc:docMk/>
            <pc:sldMk cId="2566660392" sldId="319"/>
            <ac:spMk id="5" creationId="{AB127A8A-12EF-0CD4-588E-54E2626033D4}"/>
          </ac:spMkLst>
        </pc:spChg>
      </pc:sldChg>
      <pc:sldChg chg="modSp add mod">
        <pc:chgData name="ANU MADAPARTHI" userId="3d04154bf0d85f2f" providerId="LiveId" clId="{2C31D04C-4582-4A6D-B43C-791E785B123C}" dt="2026-04-14T15:24:31.899" v="1298" actId="20577"/>
        <pc:sldMkLst>
          <pc:docMk/>
          <pc:sldMk cId="3616436768" sldId="320"/>
        </pc:sldMkLst>
        <pc:spChg chg="mod">
          <ac:chgData name="ANU MADAPARTHI" userId="3d04154bf0d85f2f" providerId="LiveId" clId="{2C31D04C-4582-4A6D-B43C-791E785B123C}" dt="2026-04-14T15:23:50.530" v="1256" actId="20577"/>
          <ac:spMkLst>
            <pc:docMk/>
            <pc:sldMk cId="3616436768" sldId="320"/>
            <ac:spMk id="3" creationId="{D585E32C-8697-4595-D012-F33FA20EF7E9}"/>
          </ac:spMkLst>
        </pc:spChg>
        <pc:spChg chg="mod">
          <ac:chgData name="ANU MADAPARTHI" userId="3d04154bf0d85f2f" providerId="LiveId" clId="{2C31D04C-4582-4A6D-B43C-791E785B123C}" dt="2026-04-14T15:20:25.504" v="1098"/>
          <ac:spMkLst>
            <pc:docMk/>
            <pc:sldMk cId="3616436768" sldId="320"/>
            <ac:spMk id="4" creationId="{B8C1DF4A-E0F1-CC06-2092-E9396AFE870B}"/>
          </ac:spMkLst>
        </pc:spChg>
        <pc:spChg chg="mod">
          <ac:chgData name="ANU MADAPARTHI" userId="3d04154bf0d85f2f" providerId="LiveId" clId="{2C31D04C-4582-4A6D-B43C-791E785B123C}" dt="2026-04-14T15:24:31.899" v="1298" actId="20577"/>
          <ac:spMkLst>
            <pc:docMk/>
            <pc:sldMk cId="3616436768" sldId="320"/>
            <ac:spMk id="7" creationId="{DB957120-E207-30A9-C81F-3954EAB871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35B0D45-C5C6-4840-A240-81FE844FAD80}" type="datetimeFigureOut">
              <a:rPr lang="en-US" smtClean="0"/>
              <a:pPr/>
              <a:t>4/14/2026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2BB0686-6ADC-4D72-BD2F-5A2689CFBA72}" type="slidenum">
              <a:rPr lang="en-US" smtClean="0"/>
              <a:pPr/>
              <a:t>‹#›</a:t>
            </a:fld>
            <a:endParaRPr lang="en-US"/>
          </a:p>
        </p:txBody>
      </p:sp>
    </p:spTree>
    <p:extLst>
      <p:ext uri="{BB962C8B-B14F-4D97-AF65-F5344CB8AC3E}">
        <p14:creationId xmlns:p14="http://schemas.microsoft.com/office/powerpoint/2010/main" val="109309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1988193"/>
            <a:ext cx="6421881" cy="1361248"/>
          </a:xfrm>
        </p:spPr>
        <p:txBody>
          <a:bodyPr anchor="b">
            <a:noAutofit/>
          </a:bodyPr>
          <a:lstStyle>
            <a:lvl1pPr algn="r">
              <a:defRPr sz="4465">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246077" y="3349439"/>
            <a:ext cx="6421881" cy="906973"/>
          </a:xfrm>
        </p:spPr>
        <p:txBody>
          <a:bodyPr anchor="t"/>
          <a:lstStyle>
            <a:lvl1pPr marL="0" indent="0" algn="r">
              <a:buNone/>
              <a:defRPr>
                <a:solidFill>
                  <a:schemeClr val="tx1">
                    <a:lumMod val="50000"/>
                    <a:lumOff val="50000"/>
                  </a:schemeClr>
                </a:solidFill>
              </a:defRPr>
            </a:lvl1pPr>
            <a:lvl2pPr marL="378013" indent="0" algn="ctr">
              <a:buNone/>
              <a:defRPr>
                <a:solidFill>
                  <a:schemeClr val="tx1">
                    <a:tint val="75000"/>
                  </a:schemeClr>
                </a:solidFill>
              </a:defRPr>
            </a:lvl2pPr>
            <a:lvl3pPr marL="756026" indent="0" algn="ctr">
              <a:buNone/>
              <a:defRPr>
                <a:solidFill>
                  <a:schemeClr val="tx1">
                    <a:tint val="75000"/>
                  </a:schemeClr>
                </a:solidFill>
              </a:defRPr>
            </a:lvl3pPr>
            <a:lvl4pPr marL="1134039" indent="0" algn="ctr">
              <a:buNone/>
              <a:defRPr>
                <a:solidFill>
                  <a:schemeClr val="tx1">
                    <a:tint val="75000"/>
                  </a:schemeClr>
                </a:solidFill>
              </a:defRPr>
            </a:lvl4pPr>
            <a:lvl5pPr marL="1512052" indent="0" algn="ctr">
              <a:buNone/>
              <a:defRPr>
                <a:solidFill>
                  <a:schemeClr val="tx1">
                    <a:tint val="75000"/>
                  </a:schemeClr>
                </a:solidFill>
              </a:defRPr>
            </a:lvl5pPr>
            <a:lvl6pPr marL="1890065" indent="0" algn="ctr">
              <a:buNone/>
              <a:defRPr>
                <a:solidFill>
                  <a:schemeClr val="tx1">
                    <a:tint val="75000"/>
                  </a:schemeClr>
                </a:solidFill>
              </a:defRPr>
            </a:lvl6pPr>
            <a:lvl7pPr marL="2268078" indent="0" algn="ctr">
              <a:buNone/>
              <a:defRPr>
                <a:solidFill>
                  <a:schemeClr val="tx1">
                    <a:tint val="75000"/>
                  </a:schemeClr>
                </a:solidFill>
              </a:defRPr>
            </a:lvl7pPr>
            <a:lvl8pPr marL="2646091" indent="0" algn="ctr">
              <a:buNone/>
              <a:defRPr>
                <a:solidFill>
                  <a:schemeClr val="tx1">
                    <a:tint val="75000"/>
                  </a:schemeClr>
                </a:solidFill>
              </a:defRPr>
            </a:lvl8pPr>
            <a:lvl9pPr marL="3024104"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54293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976"/>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8029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0036" y="2233217"/>
            <a:ext cx="7107922" cy="1510312"/>
          </a:xfrm>
        </p:spPr>
        <p:txBody>
          <a:bodyPr anchor="b"/>
          <a:lstStyle>
            <a:lvl1pPr algn="l">
              <a:defRPr sz="3307" b="0" cap="none"/>
            </a:lvl1pPr>
          </a:lstStyle>
          <a:p>
            <a:r>
              <a:rPr lang="en-GB"/>
              <a:t>Click to edit Master title style</a:t>
            </a:r>
            <a:endParaRPr lang="en-US" dirty="0"/>
          </a:p>
        </p:txBody>
      </p:sp>
      <p:sp>
        <p:nvSpPr>
          <p:cNvPr id="3" name="Text Placeholder 2"/>
          <p:cNvSpPr>
            <a:spLocks noGrp="1"/>
          </p:cNvSpPr>
          <p:nvPr>
            <p:ph type="body" idx="1"/>
          </p:nvPr>
        </p:nvSpPr>
        <p:spPr>
          <a:xfrm>
            <a:off x="560036" y="3743529"/>
            <a:ext cx="7107922" cy="711423"/>
          </a:xfrm>
        </p:spPr>
        <p:txBody>
          <a:bodyPr anchor="t"/>
          <a:lstStyle>
            <a:lvl1pPr marL="0" indent="0" algn="l">
              <a:buNone/>
              <a:defRPr sz="1654">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002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60036" y="1786487"/>
            <a:ext cx="3459456" cy="32088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208504" y="1786488"/>
            <a:ext cx="3459455" cy="320882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7392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558722" y="1786813"/>
            <a:ext cx="3460769"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 name="Content Placeholder 3"/>
          <p:cNvSpPr>
            <a:spLocks noGrp="1"/>
          </p:cNvSpPr>
          <p:nvPr>
            <p:ph sz="half" idx="2"/>
          </p:nvPr>
        </p:nvSpPr>
        <p:spPr>
          <a:xfrm>
            <a:off x="558722" y="2263297"/>
            <a:ext cx="3460769" cy="273201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207192" y="1786813"/>
            <a:ext cx="3460765"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6" name="Content Placeholder 5"/>
          <p:cNvSpPr>
            <a:spLocks noGrp="1"/>
          </p:cNvSpPr>
          <p:nvPr>
            <p:ph sz="quarter" idx="4"/>
          </p:nvPr>
        </p:nvSpPr>
        <p:spPr>
          <a:xfrm>
            <a:off x="4207193" y="2263297"/>
            <a:ext cx="3460764" cy="273201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9864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035" y="504049"/>
            <a:ext cx="7107922" cy="1092106"/>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635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417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5" y="1239123"/>
            <a:ext cx="3187012" cy="1057102"/>
          </a:xfrm>
        </p:spPr>
        <p:txBody>
          <a:bodyPr anchor="b">
            <a:normAutofit/>
          </a:bodyPr>
          <a:lstStyle>
            <a:lvl1pPr>
              <a:defRPr sz="1654"/>
            </a:lvl1pPr>
          </a:lstStyle>
          <a:p>
            <a:r>
              <a:rPr lang="en-GB"/>
              <a:t>Click to edit Master title style</a:t>
            </a:r>
            <a:endParaRPr lang="en-US" dirty="0"/>
          </a:p>
        </p:txBody>
      </p:sp>
      <p:sp>
        <p:nvSpPr>
          <p:cNvPr id="3" name="Content Placeholder 2"/>
          <p:cNvSpPr>
            <a:spLocks noGrp="1"/>
          </p:cNvSpPr>
          <p:nvPr>
            <p:ph idx="1"/>
          </p:nvPr>
        </p:nvSpPr>
        <p:spPr>
          <a:xfrm>
            <a:off x="3936059" y="425766"/>
            <a:ext cx="3731899" cy="456954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60035" y="2296225"/>
            <a:ext cx="3187012" cy="2136956"/>
          </a:xfrm>
        </p:spPr>
        <p:txBody>
          <a:bodyPr>
            <a:normAutofit/>
          </a:bodyPr>
          <a:lstStyle>
            <a:lvl1pPr marL="0" indent="0">
              <a:buNone/>
              <a:defRPr sz="1158"/>
            </a:lvl1pPr>
            <a:lvl2pPr marL="377900" indent="0">
              <a:buNone/>
              <a:defRPr sz="1158"/>
            </a:lvl2pPr>
            <a:lvl3pPr marL="755799" indent="0">
              <a:buNone/>
              <a:defRPr sz="992"/>
            </a:lvl3pPr>
            <a:lvl4pPr marL="1133699" indent="0">
              <a:buNone/>
              <a:defRPr sz="827"/>
            </a:lvl4pPr>
            <a:lvl5pPr marL="1511598" indent="0">
              <a:buNone/>
              <a:defRPr sz="827"/>
            </a:lvl5pPr>
            <a:lvl6pPr marL="1889498" indent="0">
              <a:buNone/>
              <a:defRPr sz="827"/>
            </a:lvl6pPr>
            <a:lvl7pPr marL="2267397" indent="0">
              <a:buNone/>
              <a:defRPr sz="827"/>
            </a:lvl7pPr>
            <a:lvl8pPr marL="2645297" indent="0">
              <a:buNone/>
              <a:defRPr sz="827"/>
            </a:lvl8pPr>
            <a:lvl9pPr marL="3023197"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37416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3969385"/>
            <a:ext cx="7107921" cy="468608"/>
          </a:xfrm>
        </p:spPr>
        <p:txBody>
          <a:bodyPr anchor="b">
            <a:normAutofit/>
          </a:bodyPr>
          <a:lstStyle>
            <a:lvl1pPr algn="l">
              <a:defRPr sz="1984"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60035" y="504049"/>
            <a:ext cx="7107922" cy="3179839"/>
          </a:xfrm>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GB"/>
              <a:t>Click icon to add picture</a:t>
            </a:r>
            <a:endParaRPr lang="en-US" dirty="0"/>
          </a:p>
        </p:txBody>
      </p:sp>
      <p:sp>
        <p:nvSpPr>
          <p:cNvPr id="4" name="Text Placeholder 3"/>
          <p:cNvSpPr>
            <a:spLocks noGrp="1"/>
          </p:cNvSpPr>
          <p:nvPr>
            <p:ph type="body" sz="half" idx="2"/>
          </p:nvPr>
        </p:nvSpPr>
        <p:spPr>
          <a:xfrm>
            <a:off x="560036" y="4437993"/>
            <a:ext cx="7107921" cy="557318"/>
          </a:xfrm>
        </p:spPr>
        <p:txBody>
          <a:bodyPr>
            <a:normAutofit/>
          </a:bodyPr>
          <a:lstStyle>
            <a:lvl1pPr marL="0" indent="0">
              <a:buNone/>
              <a:defRPr sz="992"/>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544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504049"/>
            <a:ext cx="7107922" cy="2814273"/>
          </a:xfrm>
        </p:spPr>
        <p:txBody>
          <a:bodyPr anchor="ctr">
            <a:normAutofit/>
          </a:bodyPr>
          <a:lstStyle>
            <a:lvl1pPr algn="l">
              <a:defRPr sz="3638" b="0" cap="none"/>
            </a:lvl1pPr>
          </a:lstStyle>
          <a:p>
            <a:r>
              <a:rPr lang="en-GB"/>
              <a:t>Click to edit Master title style</a:t>
            </a:r>
            <a:endParaRPr lang="en-US" dirty="0"/>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256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129555" y="3003291"/>
            <a:ext cx="5973402" cy="315031"/>
          </a:xfrm>
        </p:spPr>
        <p:txBody>
          <a:bodyPr anchor="ctr">
            <a:noAutofit/>
          </a:bodyPr>
          <a:lstStyle>
            <a:lvl1pPr marL="0" indent="0">
              <a:buFontTx/>
              <a:buNone/>
              <a:defRPr sz="1323">
                <a:solidFill>
                  <a:schemeClr val="tx1">
                    <a:lumMod val="50000"/>
                    <a:lumOff val="50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latin typeface="Arial"/>
              </a:rPr>
              <a:t>”</a:t>
            </a:r>
            <a:endParaRPr lang="en-US" sz="1488" dirty="0">
              <a:solidFill>
                <a:schemeClr val="accent1">
                  <a:lumMod val="60000"/>
                  <a:lumOff val="40000"/>
                </a:schemeClr>
              </a:solidFill>
              <a:latin typeface="Arial"/>
            </a:endParaRPr>
          </a:p>
        </p:txBody>
      </p:sp>
    </p:spTree>
    <p:extLst>
      <p:ext uri="{BB962C8B-B14F-4D97-AF65-F5344CB8AC3E}">
        <p14:creationId xmlns:p14="http://schemas.microsoft.com/office/powerpoint/2010/main" val="2229595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60036" y="1597468"/>
            <a:ext cx="7107922" cy="2146061"/>
          </a:xfrm>
        </p:spPr>
        <p:txBody>
          <a:bodyPr anchor="b">
            <a:normAutofit/>
          </a:bodyPr>
          <a:lstStyle>
            <a:lvl1pPr algn="l">
              <a:defRPr sz="3638" b="0" cap="none"/>
            </a:lvl1pPr>
          </a:lstStyle>
          <a:p>
            <a:r>
              <a:rPr lang="en-GB"/>
              <a:t>Click to edit Master title style</a:t>
            </a:r>
            <a:endParaRPr lang="en-US" dirty="0"/>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4377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tx1">
                    <a:lumMod val="75000"/>
                    <a:lumOff val="25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83704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67035" y="504049"/>
            <a:ext cx="7100923" cy="2499242"/>
          </a:xfrm>
        </p:spPr>
        <p:txBody>
          <a:bodyPr anchor="ctr">
            <a:normAutofit/>
          </a:bodyPr>
          <a:lstStyle>
            <a:lvl1pPr algn="l">
              <a:defRPr sz="3638"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accent1"/>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GB"/>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4398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8313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5" y="504048"/>
            <a:ext cx="1078791" cy="4342172"/>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560036" y="504049"/>
            <a:ext cx="5837494" cy="434217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65602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extLst>
      <p:ext uri="{BB962C8B-B14F-4D97-AF65-F5344CB8AC3E}">
        <p14:creationId xmlns:p14="http://schemas.microsoft.com/office/powerpoint/2010/main" val="3799712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560035" y="504049"/>
            <a:ext cx="7107922" cy="1092106"/>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560035" y="1786488"/>
            <a:ext cx="7107922" cy="320882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57370" y="4995312"/>
            <a:ext cx="754012" cy="301904"/>
          </a:xfrm>
          <a:prstGeom prst="rect">
            <a:avLst/>
          </a:prstGeom>
        </p:spPr>
        <p:txBody>
          <a:bodyPr vert="horz" lIns="91440" tIns="45720" rIns="91440" bIns="45720" rtlCol="0" anchor="ctr"/>
          <a:lstStyle>
            <a:lvl1pPr algn="r">
              <a:defRPr sz="744">
                <a:solidFill>
                  <a:schemeClr val="tx1">
                    <a:tint val="75000"/>
                  </a:schemeClr>
                </a:solidFill>
              </a:defRPr>
            </a:lvl1pPr>
          </a:lstStyle>
          <a:p>
            <a:fld id="{B61BEF0D-F0BB-DE4B-95CE-6DB70DBA9567}" type="datetimeFigureOut">
              <a:rPr lang="en-US" smtClean="0"/>
              <a:pPr/>
              <a:t>4/14/2026</a:t>
            </a:fld>
            <a:endParaRPr lang="en-US" dirty="0"/>
          </a:p>
        </p:txBody>
      </p:sp>
      <p:sp>
        <p:nvSpPr>
          <p:cNvPr id="5" name="Footer Placeholder 4"/>
          <p:cNvSpPr>
            <a:spLocks noGrp="1"/>
          </p:cNvSpPr>
          <p:nvPr>
            <p:ph type="ftr" sz="quarter" idx="3"/>
          </p:nvPr>
        </p:nvSpPr>
        <p:spPr>
          <a:xfrm>
            <a:off x="560035" y="4995312"/>
            <a:ext cx="5207010" cy="301904"/>
          </a:xfrm>
          <a:prstGeom prst="rect">
            <a:avLst/>
          </a:prstGeom>
        </p:spPr>
        <p:txBody>
          <a:bodyPr vert="horz" lIns="91440" tIns="45720" rIns="91440" bIns="45720" rtlCol="0" anchor="ctr"/>
          <a:lstStyle>
            <a:lvl1pPr algn="l">
              <a:defRPr sz="744">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102958" y="4995312"/>
            <a:ext cx="565000" cy="301904"/>
          </a:xfrm>
          <a:prstGeom prst="rect">
            <a:avLst/>
          </a:prstGeom>
        </p:spPr>
        <p:txBody>
          <a:bodyPr vert="horz" lIns="91440" tIns="45720" rIns="91440" bIns="45720" rtlCol="0" anchor="ctr"/>
          <a:lstStyle>
            <a:lvl1pPr algn="r">
              <a:defRPr sz="744">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7773752"/>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Lst>
  <p:txStyles>
    <p:titleStyle>
      <a:lvl1pPr algn="l" defTabSz="378013" rtl="0" eaLnBrk="1" latinLnBrk="0" hangingPunct="1">
        <a:spcBef>
          <a:spcPct val="0"/>
        </a:spcBef>
        <a:buNone/>
        <a:defRPr sz="2976"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3510" indent="-283510" algn="l" defTabSz="378013" rtl="0" eaLnBrk="1" latinLnBrk="0" hangingPunct="1">
        <a:spcBef>
          <a:spcPts val="827"/>
        </a:spcBef>
        <a:spcAft>
          <a:spcPts val="0"/>
        </a:spcAft>
        <a:buClr>
          <a:schemeClr val="accent1"/>
        </a:buClr>
        <a:buSzPct val="80000"/>
        <a:buFont typeface="Wingdings 3" charset="2"/>
        <a:buChar char=""/>
        <a:defRPr sz="1488" kern="1200">
          <a:solidFill>
            <a:schemeClr val="tx1">
              <a:lumMod val="75000"/>
              <a:lumOff val="25000"/>
            </a:schemeClr>
          </a:solidFill>
          <a:latin typeface="+mn-lt"/>
          <a:ea typeface="+mn-ea"/>
          <a:cs typeface="+mn-cs"/>
        </a:defRPr>
      </a:lvl1pPr>
      <a:lvl2pPr marL="614271" indent="-236258" algn="l" defTabSz="378013" rtl="0" eaLnBrk="1" latinLnBrk="0" hangingPunct="1">
        <a:spcBef>
          <a:spcPts val="827"/>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2pPr>
      <a:lvl3pPr marL="945032" indent="-189006" algn="l" defTabSz="378013" rtl="0" eaLnBrk="1" latinLnBrk="0" hangingPunct="1">
        <a:spcBef>
          <a:spcPts val="827"/>
        </a:spcBef>
        <a:spcAft>
          <a:spcPts val="0"/>
        </a:spcAft>
        <a:buClr>
          <a:schemeClr val="accent1"/>
        </a:buClr>
        <a:buSzPct val="80000"/>
        <a:buFont typeface="Wingdings 3" charset="2"/>
        <a:buChar char=""/>
        <a:defRPr sz="1158" kern="1200">
          <a:solidFill>
            <a:schemeClr val="tx1">
              <a:lumMod val="75000"/>
              <a:lumOff val="25000"/>
            </a:schemeClr>
          </a:solidFill>
          <a:latin typeface="+mn-lt"/>
          <a:ea typeface="+mn-ea"/>
          <a:cs typeface="+mn-cs"/>
        </a:defRPr>
      </a:lvl3pPr>
      <a:lvl4pPr marL="1323045"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4pPr>
      <a:lvl5pPr marL="1701058"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5pPr>
      <a:lvl6pPr marL="2079071"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6pPr>
      <a:lvl7pPr marL="2457084"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7pPr>
      <a:lvl8pPr marL="2835097"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8pPr>
      <a:lvl9pPr marL="3213110"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9pPr>
    </p:bodyStyle>
    <p:otherStyle>
      <a:defPPr>
        <a:defRPr lang="en-US"/>
      </a:defPPr>
      <a:lvl1pPr marL="0" algn="l" defTabSz="378013" rtl="0" eaLnBrk="1" latinLnBrk="0" hangingPunct="1">
        <a:defRPr sz="1488" kern="1200">
          <a:solidFill>
            <a:schemeClr val="tx1"/>
          </a:solidFill>
          <a:latin typeface="+mn-lt"/>
          <a:ea typeface="+mn-ea"/>
          <a:cs typeface="+mn-cs"/>
        </a:defRPr>
      </a:lvl1pPr>
      <a:lvl2pPr marL="378013" algn="l" defTabSz="378013" rtl="0" eaLnBrk="1" latinLnBrk="0" hangingPunct="1">
        <a:defRPr sz="1488" kern="1200">
          <a:solidFill>
            <a:schemeClr val="tx1"/>
          </a:solidFill>
          <a:latin typeface="+mn-lt"/>
          <a:ea typeface="+mn-ea"/>
          <a:cs typeface="+mn-cs"/>
        </a:defRPr>
      </a:lvl2pPr>
      <a:lvl3pPr marL="756026" algn="l" defTabSz="378013" rtl="0" eaLnBrk="1" latinLnBrk="0" hangingPunct="1">
        <a:defRPr sz="1488" kern="1200">
          <a:solidFill>
            <a:schemeClr val="tx1"/>
          </a:solidFill>
          <a:latin typeface="+mn-lt"/>
          <a:ea typeface="+mn-ea"/>
          <a:cs typeface="+mn-cs"/>
        </a:defRPr>
      </a:lvl3pPr>
      <a:lvl4pPr marL="1134039" algn="l" defTabSz="378013" rtl="0" eaLnBrk="1" latinLnBrk="0" hangingPunct="1">
        <a:defRPr sz="1488" kern="1200">
          <a:solidFill>
            <a:schemeClr val="tx1"/>
          </a:solidFill>
          <a:latin typeface="+mn-lt"/>
          <a:ea typeface="+mn-ea"/>
          <a:cs typeface="+mn-cs"/>
        </a:defRPr>
      </a:lvl4pPr>
      <a:lvl5pPr marL="1512052" algn="l" defTabSz="378013" rtl="0" eaLnBrk="1" latinLnBrk="0" hangingPunct="1">
        <a:defRPr sz="1488" kern="1200">
          <a:solidFill>
            <a:schemeClr val="tx1"/>
          </a:solidFill>
          <a:latin typeface="+mn-lt"/>
          <a:ea typeface="+mn-ea"/>
          <a:cs typeface="+mn-cs"/>
        </a:defRPr>
      </a:lvl5pPr>
      <a:lvl6pPr marL="1890065" algn="l" defTabSz="378013" rtl="0" eaLnBrk="1" latinLnBrk="0" hangingPunct="1">
        <a:defRPr sz="1488" kern="1200">
          <a:solidFill>
            <a:schemeClr val="tx1"/>
          </a:solidFill>
          <a:latin typeface="+mn-lt"/>
          <a:ea typeface="+mn-ea"/>
          <a:cs typeface="+mn-cs"/>
        </a:defRPr>
      </a:lvl6pPr>
      <a:lvl7pPr marL="2268078" algn="l" defTabSz="378013" rtl="0" eaLnBrk="1" latinLnBrk="0" hangingPunct="1">
        <a:defRPr sz="1488" kern="1200">
          <a:solidFill>
            <a:schemeClr val="tx1"/>
          </a:solidFill>
          <a:latin typeface="+mn-lt"/>
          <a:ea typeface="+mn-ea"/>
          <a:cs typeface="+mn-cs"/>
        </a:defRPr>
      </a:lvl7pPr>
      <a:lvl8pPr marL="2646091" algn="l" defTabSz="378013" rtl="0" eaLnBrk="1" latinLnBrk="0" hangingPunct="1">
        <a:defRPr sz="1488" kern="1200">
          <a:solidFill>
            <a:schemeClr val="tx1"/>
          </a:solidFill>
          <a:latin typeface="+mn-lt"/>
          <a:ea typeface="+mn-ea"/>
          <a:cs typeface="+mn-cs"/>
        </a:defRPr>
      </a:lvl8pPr>
      <a:lvl9pPr marL="3024104" algn="l" defTabSz="378013"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6A81625-8220-0F2E-A677-DDC8BE8BCF84}"/>
              </a:ext>
            </a:extLst>
          </p:cNvPr>
          <p:cNvSpPr>
            <a:spLocks noGrp="1"/>
          </p:cNvSpPr>
          <p:nvPr>
            <p:ph type="subTitle"/>
          </p:nvPr>
        </p:nvSpPr>
        <p:spPr/>
        <p:txBody>
          <a:bodyPr>
            <a:normAutofit/>
          </a:bodyPr>
          <a:lstStyle/>
          <a:p>
            <a:pPr marL="0" indent="0">
              <a:buNone/>
            </a:pPr>
            <a:endParaRPr lang="en-IN" sz="21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p>
        </p:txBody>
      </p:sp>
      <p:sp>
        <p:nvSpPr>
          <p:cNvPr id="4" name="Title 3">
            <a:extLst>
              <a:ext uri="{FF2B5EF4-FFF2-40B4-BE49-F238E27FC236}">
                <a16:creationId xmlns:a16="http://schemas.microsoft.com/office/drawing/2014/main" id="{B8C1DF4A-E0F1-CC06-2092-E9396AFE870B}"/>
              </a:ext>
            </a:extLst>
          </p:cNvPr>
          <p:cNvSpPr>
            <a:spLocks noGrp="1"/>
          </p:cNvSpPr>
          <p:nvPr>
            <p:ph type="title" idx="4294967295"/>
          </p:nvPr>
        </p:nvSpPr>
        <p:spPr>
          <a:xfrm>
            <a:off x="388470" y="256908"/>
            <a:ext cx="9187169" cy="1911194"/>
          </a:xfrm>
        </p:spPr>
        <p:txBody>
          <a:bodyPr>
            <a:normAutofit fontScale="90000"/>
          </a:bodyPr>
          <a:lstStyle/>
          <a:p>
            <a:pPr algn="ctr"/>
            <a:r>
              <a:rPr lang="en-US" sz="2700" b="1" dirty="0">
                <a:solidFill>
                  <a:schemeClr val="accent2"/>
                </a:solidFill>
                <a:latin typeface="Times New Roman" panose="02020603050405020304" pitchFamily="18" charset="0"/>
                <a:cs typeface="Times New Roman" panose="02020603050405020304" pitchFamily="18" charset="0"/>
              </a:rPr>
              <a:t>   </a:t>
            </a:r>
            <a:r>
              <a:rPr lang="en-US" sz="2400" b="1" dirty="0">
                <a:solidFill>
                  <a:schemeClr val="accent2"/>
                </a:solidFill>
                <a:latin typeface="Times New Roman" panose="02020603050405020304" pitchFamily="18" charset="0"/>
                <a:cs typeface="Times New Roman" panose="02020603050405020304" pitchFamily="18" charset="0"/>
              </a:rPr>
              <a:t>ELURU COLLEGE OF ENGINEERING AND TECHNOLOGY</a:t>
            </a:r>
            <a:br>
              <a:rPr lang="en-US" sz="2300" b="1" dirty="0">
                <a:solidFill>
                  <a:schemeClr val="accent2"/>
                </a:solidFill>
                <a:latin typeface="Times New Roman" panose="02020603050405020304" pitchFamily="18" charset="0"/>
                <a:cs typeface="Times New Roman" panose="02020603050405020304" pitchFamily="18" charset="0"/>
              </a:rPr>
            </a:br>
            <a:r>
              <a:rPr lang="en-US" sz="2000" b="1" dirty="0">
                <a:solidFill>
                  <a:schemeClr val="accent2"/>
                </a:solidFill>
                <a:latin typeface="Times New Roman" panose="02020603050405020304" pitchFamily="18" charset="0"/>
                <a:cs typeface="Times New Roman" panose="02020603050405020304" pitchFamily="18" charset="0"/>
              </a:rPr>
              <a:t>DEPARTMENT OF COMPUTER SCIENCE AND ENGINEERING</a:t>
            </a:r>
            <a:br>
              <a:rPr lang="en-US" sz="2000" b="1" dirty="0">
                <a:solidFill>
                  <a:schemeClr val="accent2"/>
                </a:solidFill>
                <a:latin typeface="Times New Roman" panose="02020603050405020304" pitchFamily="18" charset="0"/>
                <a:cs typeface="Times New Roman" panose="02020603050405020304" pitchFamily="18" charset="0"/>
              </a:rPr>
            </a:br>
            <a:br>
              <a:rPr lang="en-US" sz="2700" b="1" dirty="0">
                <a:solidFill>
                  <a:schemeClr val="accent2"/>
                </a:solidFill>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INTELLIGENT ARCHITECTURE FOR DETECTING ADVANCED PERSISTENT ATTACKS IN ENTERPRISE ENVIRONMENTS</a:t>
            </a:r>
            <a:br>
              <a:rPr lang="en-IN" sz="2400" dirty="0"/>
            </a:br>
            <a:br>
              <a:rPr lang="en-IN" sz="2200" dirty="0">
                <a:solidFill>
                  <a:srgbClr val="00B0F0"/>
                </a:solidFill>
                <a:latin typeface="Times New Roman" panose="02020603050405020304" pitchFamily="18" charset="0"/>
                <a:cs typeface="Times New Roman" panose="02020603050405020304" pitchFamily="18" charset="0"/>
              </a:rPr>
            </a:br>
            <a:endParaRPr lang="en-IN" sz="2200" dirty="0">
              <a:solidFill>
                <a:srgbClr val="00B0F0"/>
              </a:solidFill>
            </a:endParaRPr>
          </a:p>
        </p:txBody>
      </p:sp>
      <p:sp>
        <p:nvSpPr>
          <p:cNvPr id="3" name="TextBox 2">
            <a:extLst>
              <a:ext uri="{FF2B5EF4-FFF2-40B4-BE49-F238E27FC236}">
                <a16:creationId xmlns:a16="http://schemas.microsoft.com/office/drawing/2014/main" id="{D585E32C-8697-4595-D012-F33FA20EF7E9}"/>
              </a:ext>
            </a:extLst>
          </p:cNvPr>
          <p:cNvSpPr txBox="1"/>
          <p:nvPr/>
        </p:nvSpPr>
        <p:spPr>
          <a:xfrm>
            <a:off x="874726" y="2350235"/>
            <a:ext cx="3145611" cy="1692771"/>
          </a:xfrm>
          <a:prstGeom prst="rect">
            <a:avLst/>
          </a:prstGeom>
          <a:noFill/>
        </p:spPr>
        <p:txBody>
          <a:bodyPr wrap="square">
            <a:spAutoFit/>
          </a:bodyPr>
          <a:lstStyle/>
          <a:p>
            <a:pPr marL="0" indent="0">
              <a:buNone/>
            </a:pPr>
            <a:r>
              <a:rPr lang="en-IN" dirty="0">
                <a:latin typeface="Times New Roman" panose="02020603050405020304" pitchFamily="18" charset="0"/>
                <a:cs typeface="Times New Roman" panose="02020603050405020304" pitchFamily="18" charset="0"/>
              </a:rPr>
              <a:t>PROJECT GUIDED BY</a:t>
            </a:r>
            <a:r>
              <a:rPr lang="en-IN" sz="2000" dirty="0">
                <a:latin typeface="Times New Roman" panose="02020603050405020304" pitchFamily="18" charset="0"/>
                <a:cs typeface="Times New Roman" panose="02020603050405020304" pitchFamily="18" charset="0"/>
              </a:rPr>
              <a:t>:</a:t>
            </a:r>
          </a:p>
          <a:p>
            <a:pPr marL="0" indent="0">
              <a:buNone/>
            </a:pPr>
            <a:r>
              <a:rPr lang="en-IN" sz="1600" dirty="0">
                <a:latin typeface="Times New Roman" panose="02020603050405020304" pitchFamily="18" charset="0"/>
                <a:cs typeface="Times New Roman" panose="02020603050405020304" pitchFamily="18" charset="0"/>
              </a:rPr>
              <a:t>P. Spandana</a:t>
            </a:r>
          </a:p>
          <a:p>
            <a:pPr marL="0" indent="0">
              <a:buNone/>
            </a:pPr>
            <a:r>
              <a:rPr lang="en-IN" sz="1600" dirty="0">
                <a:latin typeface="Times New Roman" panose="02020603050405020304" pitchFamily="18" charset="0"/>
                <a:cs typeface="Times New Roman" panose="02020603050405020304" pitchFamily="18" charset="0"/>
              </a:rPr>
              <a:t>Assistant Professor</a:t>
            </a:r>
          </a:p>
          <a:p>
            <a:pPr marL="0" indent="0">
              <a:buNone/>
            </a:pPr>
            <a:r>
              <a:rPr lang="en-IN" sz="1600" dirty="0">
                <a:latin typeface="Times New Roman" panose="02020603050405020304" pitchFamily="18" charset="0"/>
                <a:cs typeface="Times New Roman" panose="02020603050405020304" pitchFamily="18" charset="0"/>
              </a:rPr>
              <a:t>Dept. of CSE</a:t>
            </a:r>
          </a:p>
          <a:p>
            <a:pPr marL="0" indent="0">
              <a:buNone/>
            </a:pPr>
            <a:r>
              <a:rPr lang="en-IN" sz="1600" dirty="0" err="1">
                <a:latin typeface="Times New Roman" panose="02020603050405020304" pitchFamily="18" charset="0"/>
                <a:cs typeface="Times New Roman" panose="02020603050405020304" pitchFamily="18" charset="0"/>
              </a:rPr>
              <a:t>B.Tech</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M.Tech</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B957120-E207-30A9-C81F-3954EAB87160}"/>
              </a:ext>
            </a:extLst>
          </p:cNvPr>
          <p:cNvSpPr txBox="1"/>
          <p:nvPr/>
        </p:nvSpPr>
        <p:spPr>
          <a:xfrm>
            <a:off x="4745811" y="2421180"/>
            <a:ext cx="3816298" cy="1661993"/>
          </a:xfrm>
          <a:prstGeom prst="rect">
            <a:avLst/>
          </a:prstGeom>
          <a:noFill/>
        </p:spPr>
        <p:txBody>
          <a:bodyPr wrap="square">
            <a:spAutoFit/>
          </a:bodyPr>
          <a:lstStyle/>
          <a:p>
            <a:pPr marL="0" indent="0">
              <a:buNone/>
            </a:pPr>
            <a:r>
              <a:rPr lang="en-IN" dirty="0">
                <a:latin typeface="Times New Roman" panose="02020603050405020304" pitchFamily="18" charset="0"/>
                <a:cs typeface="Times New Roman" panose="02020603050405020304" pitchFamily="18" charset="0"/>
              </a:rPr>
              <a:t>Team members:</a:t>
            </a:r>
          </a:p>
          <a:p>
            <a:pPr marL="0" indent="0">
              <a:buNone/>
            </a:pPr>
            <a:r>
              <a:rPr lang="en-IN" sz="1600" dirty="0" err="1">
                <a:latin typeface="Times New Roman" panose="02020603050405020304" pitchFamily="18" charset="0"/>
                <a:cs typeface="Times New Roman" panose="02020603050405020304" pitchFamily="18" charset="0"/>
              </a:rPr>
              <a:t>R.Uma</a:t>
            </a:r>
            <a:r>
              <a:rPr lang="en-IN" sz="1600" dirty="0">
                <a:latin typeface="Times New Roman" panose="02020603050405020304" pitchFamily="18" charset="0"/>
                <a:cs typeface="Times New Roman" panose="02020603050405020304" pitchFamily="18" charset="0"/>
              </a:rPr>
              <a:t> Satya Santosh (22JD1A05A0)</a:t>
            </a:r>
          </a:p>
          <a:p>
            <a:pPr marL="0" indent="0">
              <a:buNone/>
            </a:pPr>
            <a:r>
              <a:rPr lang="en-IN" sz="1600" dirty="0" err="1">
                <a:latin typeface="Times New Roman" panose="02020603050405020304" pitchFamily="18" charset="0"/>
                <a:cs typeface="Times New Roman" panose="02020603050405020304" pitchFamily="18" charset="0"/>
              </a:rPr>
              <a:t>Sk.Abdul</a:t>
            </a:r>
            <a:r>
              <a:rPr lang="en-IN" sz="1600" dirty="0">
                <a:latin typeface="Times New Roman" panose="02020603050405020304" pitchFamily="18" charset="0"/>
                <a:cs typeface="Times New Roman" panose="02020603050405020304" pitchFamily="18" charset="0"/>
              </a:rPr>
              <a:t> Hafeez (22JD1A05A5)</a:t>
            </a:r>
          </a:p>
          <a:p>
            <a:pPr marL="0" indent="0">
              <a:buNone/>
            </a:pPr>
            <a:r>
              <a:rPr lang="en-IN" sz="1600" dirty="0" err="1">
                <a:latin typeface="Times New Roman" panose="02020603050405020304" pitchFamily="18" charset="0"/>
                <a:cs typeface="Times New Roman" panose="02020603050405020304" pitchFamily="18" charset="0"/>
              </a:rPr>
              <a:t>Y.Prasanthi</a:t>
            </a:r>
            <a:r>
              <a:rPr lang="en-IN" sz="1600" dirty="0">
                <a:latin typeface="Times New Roman" panose="02020603050405020304" pitchFamily="18" charset="0"/>
                <a:cs typeface="Times New Roman" panose="02020603050405020304" pitchFamily="18" charset="0"/>
              </a:rPr>
              <a:t> (22JD1A05C1)</a:t>
            </a:r>
          </a:p>
          <a:p>
            <a:pPr marL="0" indent="0">
              <a:buNone/>
            </a:pPr>
            <a:r>
              <a:rPr lang="en-IN" sz="1600" dirty="0" err="1">
                <a:latin typeface="Times New Roman" panose="02020603050405020304" pitchFamily="18" charset="0"/>
                <a:cs typeface="Times New Roman" panose="02020603050405020304" pitchFamily="18" charset="0"/>
              </a:rPr>
              <a:t>P.Harika</a:t>
            </a:r>
            <a:r>
              <a:rPr lang="en-IN" sz="1600" dirty="0">
                <a:latin typeface="Times New Roman" panose="02020603050405020304" pitchFamily="18" charset="0"/>
                <a:cs typeface="Times New Roman" panose="02020603050405020304" pitchFamily="18" charset="0"/>
              </a:rPr>
              <a:t> (22JD1A0586)</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1026" name="Picture 2" descr="EEE TOPPERS – Eluru College Of Engineering">
            <a:extLst>
              <a:ext uri="{FF2B5EF4-FFF2-40B4-BE49-F238E27FC236}">
                <a16:creationId xmlns:a16="http://schemas.microsoft.com/office/drawing/2014/main" id="{1486CE70-9772-5EDE-BFFB-B332D0B126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39" y="256908"/>
            <a:ext cx="832399" cy="639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3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4"/>
          <p:cNvSpPr/>
          <p:nvPr/>
        </p:nvSpPr>
        <p:spPr>
          <a:xfrm>
            <a:off x="0" y="163032"/>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ABSTRACT</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4D1E9ED-49DA-4226-F38F-5F6CDD7DEDE1}"/>
              </a:ext>
            </a:extLst>
          </p:cNvPr>
          <p:cNvSpPr>
            <a:spLocks noChangeArrowheads="1"/>
          </p:cNvSpPr>
          <p:nvPr/>
        </p:nvSpPr>
        <p:spPr bwMode="auto">
          <a:xfrm>
            <a:off x="693599" y="743195"/>
            <a:ext cx="8370121" cy="4618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Calibri"/>
              </a:rPr>
              <a:t>Enterprise networks face increasingly sophisticated and persistent </a:t>
            </a:r>
            <a:r>
              <a:rPr lang="en-IN" dirty="0" err="1">
                <a:latin typeface="Times New Roman"/>
                <a:ea typeface="Calibri"/>
              </a:rPr>
              <a:t>cyberattacks</a:t>
            </a:r>
            <a:r>
              <a:rPr lang="en-IN" dirty="0">
                <a:latin typeface="Times New Roman"/>
                <a:ea typeface="Calibri"/>
              </a:rPr>
              <a:t> that often evade traditional intrusion detection systems. This paper introduces </a:t>
            </a:r>
            <a:r>
              <a:rPr lang="en-IN" b="1" dirty="0">
                <a:latin typeface="Times New Roman"/>
                <a:ea typeface="Calibri"/>
              </a:rPr>
              <a:t>RANK</a:t>
            </a:r>
            <a:r>
              <a:rPr lang="en-IN" dirty="0">
                <a:latin typeface="Times New Roman"/>
                <a:ea typeface="Calibri"/>
              </a:rPr>
              <a:t> (Robust AI-assisted Network Knowledge), an end-to-end architecture leveraging artificial intelligence to detect Advanced Persistent Threats (APTs) and other stealthy attacks in real time. RANK integrates multiple layers of detection, including anomaly detection, </a:t>
            </a:r>
            <a:r>
              <a:rPr lang="en-IN" dirty="0" err="1">
                <a:latin typeface="Times New Roman"/>
                <a:ea typeface="Calibri"/>
              </a:rPr>
              <a:t>behavior</a:t>
            </a:r>
            <a:r>
              <a:rPr lang="en-IN" dirty="0">
                <a:latin typeface="Times New Roman"/>
                <a:ea typeface="Calibri"/>
              </a:rPr>
              <a:t> profiling, and contextual analysis, within a scalable and modular framework. At its core, RANK utilizes a hybrid AI approach combining deep learning for traffic pattern recognition and graph-based analysis to model and track lateral movements across network entities. The system is designed to learn from evolving threats using continual learning mechanisms and adapt to dynamic enterprise environments with minimal human supervision.</a:t>
            </a:r>
            <a:endParaRPr lang="en-US" sz="1400" dirty="0">
              <a:latin typeface="Calibri"/>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64754" y="549835"/>
            <a:ext cx="8175810" cy="523220"/>
          </a:xfrm>
          <a:prstGeom prst="rect">
            <a:avLst/>
          </a:prstGeom>
          <a:noFill/>
        </p:spPr>
        <p:txBody>
          <a:bodyPr wrap="square" rtlCol="0">
            <a:spAutoFit/>
          </a:bodyPr>
          <a:lstStyle/>
          <a:p>
            <a:r>
              <a:rPr lang="en-IN" sz="2800" b="1" dirty="0">
                <a:solidFill>
                  <a:schemeClr val="accent2">
                    <a:lumMod val="60000"/>
                    <a:lumOff val="40000"/>
                  </a:schemeClr>
                </a:solidFill>
                <a:latin typeface="Times New Roman" pitchFamily="18" charset="0"/>
                <a:cs typeface="Times New Roman" pitchFamily="18" charset="0"/>
              </a:rPr>
              <a:t>INTRODUCTION</a:t>
            </a:r>
            <a:endParaRPr lang="en-US" sz="2800" b="1" dirty="0">
              <a:solidFill>
                <a:schemeClr val="accent2">
                  <a:lumMod val="60000"/>
                  <a:lumOff val="40000"/>
                </a:schemeClr>
              </a:solidFill>
              <a:latin typeface="Times New Roman" pitchFamily="18" charset="0"/>
              <a:cs typeface="Times New Roman" pitchFamily="18" charset="0"/>
            </a:endParaRPr>
          </a:p>
        </p:txBody>
      </p:sp>
      <p:sp>
        <p:nvSpPr>
          <p:cNvPr id="3" name="TextBox 2"/>
          <p:cNvSpPr txBox="1"/>
          <p:nvPr/>
        </p:nvSpPr>
        <p:spPr>
          <a:xfrm>
            <a:off x="676836" y="1302878"/>
            <a:ext cx="7331636" cy="2956387"/>
          </a:xfrm>
          <a:prstGeom prst="rect">
            <a:avLst/>
          </a:prstGeom>
          <a:noFill/>
        </p:spPr>
        <p:txBody>
          <a:bodyPr wrap="square" rtlCol="0">
            <a:spAutoFit/>
          </a:bodyPr>
          <a:lstStyle/>
          <a:p>
            <a:pPr algn="just">
              <a:lnSpc>
                <a:spcPct val="150000"/>
              </a:lnSpc>
              <a:spcAft>
                <a:spcPts val="800"/>
              </a:spcAft>
            </a:pPr>
            <a:r>
              <a:rPr lang="en-US" dirty="0">
                <a:latin typeface="Times New Roman"/>
                <a:ea typeface="Calibri"/>
                <a:cs typeface="Times New Roman"/>
              </a:rPr>
              <a:t>The increasing complexity and scale of enterprise networks have made them prime targets for persistent and sophisticated </a:t>
            </a:r>
            <a:r>
              <a:rPr lang="en-US" dirty="0" err="1">
                <a:latin typeface="Times New Roman"/>
                <a:ea typeface="Calibri"/>
                <a:cs typeface="Times New Roman"/>
              </a:rPr>
              <a:t>cyberattacks</a:t>
            </a:r>
            <a:r>
              <a:rPr lang="en-US" dirty="0">
                <a:latin typeface="Times New Roman"/>
                <a:ea typeface="Calibri"/>
                <a:cs typeface="Times New Roman"/>
              </a:rPr>
              <a:t>, such as Advanced Persistent Threats (APTs). These threats often evade traditional security mechanisms by leveraging stealth, lateral movement, and prolonged dwell times. As organizations rely more heavily on digital infrastructure, the need for intelligent, adaptive, and comprehensive security solutions has become more urgent than ever.</a:t>
            </a:r>
            <a:endParaRPr lang="en-US" sz="1400" dirty="0">
              <a:latin typeface="Calibri"/>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D09C8F-A4BC-B4B0-7E83-5A11EEE0218E}"/>
              </a:ext>
            </a:extLst>
          </p:cNvPr>
          <p:cNvSpPr>
            <a:spLocks noGrp="1"/>
          </p:cNvSpPr>
          <p:nvPr>
            <p:ph type="title"/>
          </p:nvPr>
        </p:nvSpPr>
        <p:spPr>
          <a:xfrm>
            <a:off x="560035" y="504049"/>
            <a:ext cx="7107922" cy="577692"/>
          </a:xfrm>
        </p:spPr>
        <p:txBody>
          <a:bodyPr>
            <a:noAutofit/>
          </a:bodyPr>
          <a:lstStyle/>
          <a:p>
            <a:pPr algn="ctr"/>
            <a:r>
              <a:rPr lang="en-IN" sz="2800" b="1" dirty="0">
                <a:latin typeface="Times New Roman" panose="02020603050405020304" pitchFamily="18" charset="0"/>
                <a:cs typeface="Times New Roman" panose="02020603050405020304" pitchFamily="18" charset="0"/>
              </a:rPr>
              <a:t>OBJECTIVE</a:t>
            </a:r>
          </a:p>
        </p:txBody>
      </p:sp>
      <p:sp>
        <p:nvSpPr>
          <p:cNvPr id="4" name="Content Placeholder 3">
            <a:extLst>
              <a:ext uri="{FF2B5EF4-FFF2-40B4-BE49-F238E27FC236}">
                <a16:creationId xmlns:a16="http://schemas.microsoft.com/office/drawing/2014/main" id="{2B7B92E1-8826-42AF-C2DE-6294CEF715E6}"/>
              </a:ext>
            </a:extLst>
          </p:cNvPr>
          <p:cNvSpPr>
            <a:spLocks noGrp="1"/>
          </p:cNvSpPr>
          <p:nvPr>
            <p:ph idx="1"/>
          </p:nvPr>
        </p:nvSpPr>
        <p:spPr>
          <a:xfrm>
            <a:off x="560035" y="1362635"/>
            <a:ext cx="7107922" cy="3632677"/>
          </a:xfrm>
        </p:spPr>
        <p:txBody>
          <a:bodyPr>
            <a:normAutofit/>
          </a:bodyPr>
          <a:lstStyle/>
          <a:p>
            <a:pPr marL="0" indent="0">
              <a:lnSpc>
                <a:spcPct val="150000"/>
              </a:lnSpc>
              <a:buNone/>
            </a:pPr>
            <a:r>
              <a:rPr lang="en-GB" sz="1800" dirty="0">
                <a:latin typeface="Times New Roman" panose="02020603050405020304" pitchFamily="18" charset="0"/>
                <a:cs typeface="Times New Roman" panose="02020603050405020304" pitchFamily="18" charset="0"/>
              </a:rPr>
              <a:t>The objective of this project is to develop an AI-based intelligent architecture that can detect Advanced Persistent Threats in enterprise networks by </a:t>
            </a:r>
            <a:r>
              <a:rPr lang="en-GB" sz="1800" dirty="0" err="1">
                <a:latin typeface="Times New Roman" panose="02020603050405020304" pitchFamily="18" charset="0"/>
                <a:cs typeface="Times New Roman" panose="02020603050405020304" pitchFamily="18" charset="0"/>
              </a:rPr>
              <a:t>analyzing</a:t>
            </a:r>
            <a:r>
              <a:rPr lang="en-GB" sz="1800" dirty="0">
                <a:latin typeface="Times New Roman" panose="02020603050405020304" pitchFamily="18" charset="0"/>
                <a:cs typeface="Times New Roman" panose="02020603050405020304" pitchFamily="18" charset="0"/>
              </a:rPr>
              <a:t> network </a:t>
            </a:r>
            <a:r>
              <a:rPr lang="en-GB" sz="1800" dirty="0" err="1">
                <a:latin typeface="Times New Roman" panose="02020603050405020304" pitchFamily="18" charset="0"/>
                <a:cs typeface="Times New Roman" panose="02020603050405020304" pitchFamily="18" charset="0"/>
              </a:rPr>
              <a:t>behavior</a:t>
            </a:r>
            <a:r>
              <a:rPr lang="en-GB" sz="1800" dirty="0">
                <a:latin typeface="Times New Roman" panose="02020603050405020304" pitchFamily="18" charset="0"/>
                <a:cs typeface="Times New Roman" panose="02020603050405020304" pitchFamily="18" charset="0"/>
              </a:rPr>
              <a:t>, traffic patterns, and attacker movements.</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monitor Enterprise network traffic continuously</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attacker </a:t>
            </a:r>
            <a:r>
              <a:rPr lang="en-GB" sz="1800" dirty="0" err="1">
                <a:latin typeface="Times New Roman" panose="02020603050405020304" pitchFamily="18" charset="0"/>
                <a:cs typeface="Times New Roman" panose="02020603050405020304" pitchFamily="18" charset="0"/>
              </a:rPr>
              <a:t>behavior</a:t>
            </a:r>
            <a:r>
              <a:rPr lang="en-GB" sz="1800" dirty="0">
                <a:latin typeface="Times New Roman" panose="02020603050405020304" pitchFamily="18" charset="0"/>
                <a:cs typeface="Times New Roman" panose="02020603050405020304" pitchFamily="18" charset="0"/>
              </a:rPr>
              <a:t> and network patterns</a:t>
            </a:r>
          </a:p>
          <a:p>
            <a:pPr marL="342900" indent="-342900">
              <a:lnSpc>
                <a:spcPct val="150000"/>
              </a:lnSpc>
              <a:buFont typeface="+mj-lt"/>
              <a:buAutoNum type="arabicPeriod"/>
            </a:pPr>
            <a:r>
              <a:rPr lang="en-GB" sz="1800" dirty="0">
                <a:latin typeface="Times New Roman" panose="02020603050405020304" pitchFamily="18" charset="0"/>
                <a:cs typeface="Times New Roman" panose="02020603050405020304" pitchFamily="18" charset="0"/>
              </a:rPr>
              <a:t>To develop an adaptive security system</a:t>
            </a:r>
          </a:p>
          <a:p>
            <a:pPr>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165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DA18-6BD0-0FDA-0E14-D2372FD4AC5C}"/>
              </a:ext>
            </a:extLst>
          </p:cNvPr>
          <p:cNvSpPr>
            <a:spLocks noGrp="1"/>
          </p:cNvSpPr>
          <p:nvPr>
            <p:ph type="title"/>
          </p:nvPr>
        </p:nvSpPr>
        <p:spPr/>
        <p:txBody>
          <a:bodyPr>
            <a:normAutofit/>
          </a:bodyPr>
          <a:lstStyle/>
          <a:p>
            <a:pPr algn="ctr"/>
            <a:r>
              <a:rPr lang="en-IN" sz="3200" b="1" dirty="0">
                <a:latin typeface="Times New Roman" panose="02020603050405020304" pitchFamily="18" charset="0"/>
                <a:cs typeface="Times New Roman" panose="02020603050405020304" pitchFamily="18" charset="0"/>
              </a:rPr>
              <a:t>SCOPE</a:t>
            </a:r>
          </a:p>
        </p:txBody>
      </p:sp>
      <p:sp>
        <p:nvSpPr>
          <p:cNvPr id="3" name="Content Placeholder 2">
            <a:extLst>
              <a:ext uri="{FF2B5EF4-FFF2-40B4-BE49-F238E27FC236}">
                <a16:creationId xmlns:a16="http://schemas.microsoft.com/office/drawing/2014/main" id="{EF343488-3EB7-9854-1F2E-64427715B651}"/>
              </a:ext>
            </a:extLst>
          </p:cNvPr>
          <p:cNvSpPr>
            <a:spLocks noGrp="1"/>
          </p:cNvSpPr>
          <p:nvPr>
            <p:ph idx="1"/>
          </p:nvPr>
        </p:nvSpPr>
        <p:spPr>
          <a:xfrm>
            <a:off x="852882" y="1308848"/>
            <a:ext cx="7107922" cy="3626699"/>
          </a:xfrm>
        </p:spPr>
        <p:txBody>
          <a:bodyPr/>
          <a:lstStyle/>
          <a:p>
            <a:pPr marL="0" indent="0">
              <a:lnSpc>
                <a:spcPct val="150000"/>
              </a:lnSpc>
              <a:buNone/>
            </a:pPr>
            <a:r>
              <a:rPr lang="en-US" sz="1800" dirty="0">
                <a:latin typeface="Times New Roman"/>
                <a:ea typeface="Times New Roman"/>
                <a:cs typeface="Times New Roman"/>
              </a:rPr>
              <a:t>While RANK demonstrates promising results, several areas merit further investigation to improve its capabilities. First, enhancing explainability within the AI decision-making process remains critical to increase trust and transparency for security analysts. Incorporating techniques such as SHAP (</a:t>
            </a:r>
            <a:r>
              <a:rPr lang="en-US" sz="1800" dirty="0" err="1">
                <a:latin typeface="Times New Roman"/>
                <a:ea typeface="Times New Roman"/>
                <a:cs typeface="Times New Roman"/>
              </a:rPr>
              <a:t>SHapley</a:t>
            </a:r>
            <a:r>
              <a:rPr lang="en-US" sz="1800" dirty="0">
                <a:latin typeface="Times New Roman"/>
                <a:ea typeface="Times New Roman"/>
                <a:cs typeface="Times New Roman"/>
              </a:rPr>
              <a:t> Additive </a:t>
            </a:r>
            <a:r>
              <a:rPr lang="en-US" sz="1800" dirty="0" err="1">
                <a:latin typeface="Times New Roman"/>
                <a:ea typeface="Times New Roman"/>
                <a:cs typeface="Times New Roman"/>
              </a:rPr>
              <a:t>exPlanations</a:t>
            </a:r>
            <a:r>
              <a:rPr lang="en-US" sz="1800" dirty="0">
                <a:latin typeface="Times New Roman"/>
                <a:ea typeface="Times New Roman"/>
                <a:cs typeface="Times New Roman"/>
              </a:rPr>
              <a:t>) or LIME (Local Interpretable Model-Agnostic Explanations) could help bridge this gap.</a:t>
            </a:r>
            <a:endParaRPr lang="en-US" sz="1800" dirty="0">
              <a:latin typeface="Calibri"/>
              <a:ea typeface="Calibri"/>
              <a:cs typeface="Times New Roman"/>
            </a:endParaRPr>
          </a:p>
          <a:p>
            <a:endParaRPr lang="en-IN" dirty="0"/>
          </a:p>
        </p:txBody>
      </p:sp>
    </p:spTree>
    <p:extLst>
      <p:ext uri="{BB962C8B-B14F-4D97-AF65-F5344CB8AC3E}">
        <p14:creationId xmlns:p14="http://schemas.microsoft.com/office/powerpoint/2010/main" val="3669442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9B21A-5B79-61A6-578E-106D7DAE09B3}"/>
              </a:ext>
            </a:extLst>
          </p:cNvPr>
          <p:cNvSpPr txBox="1"/>
          <p:nvPr/>
        </p:nvSpPr>
        <p:spPr>
          <a:xfrm>
            <a:off x="3037426" y="298474"/>
            <a:ext cx="5041024" cy="523220"/>
          </a:xfrm>
          <a:prstGeom prst="rect">
            <a:avLst/>
          </a:prstGeom>
          <a:noFill/>
        </p:spPr>
        <p:txBody>
          <a:bodyPr wrap="square">
            <a:spAutoFit/>
          </a:bodyPr>
          <a:lstStyle/>
          <a:p>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LITERATURE SURVEY</a:t>
            </a:r>
          </a:p>
        </p:txBody>
      </p:sp>
      <p:sp>
        <p:nvSpPr>
          <p:cNvPr id="2" name="Rectangle 1">
            <a:extLst>
              <a:ext uri="{FF2B5EF4-FFF2-40B4-BE49-F238E27FC236}">
                <a16:creationId xmlns:a16="http://schemas.microsoft.com/office/drawing/2014/main" id="{D18DEC5B-FB3C-411B-D205-4B4F9E28AD19}"/>
              </a:ext>
            </a:extLst>
          </p:cNvPr>
          <p:cNvSpPr>
            <a:spLocks noChangeArrowheads="1"/>
          </p:cNvSpPr>
          <p:nvPr/>
        </p:nvSpPr>
        <p:spPr bwMode="auto">
          <a:xfrm>
            <a:off x="803513" y="967431"/>
            <a:ext cx="8364393" cy="4197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b="1" dirty="0">
                <a:latin typeface="Times New Roman"/>
                <a:ea typeface="Times New Roman"/>
                <a:cs typeface="Times New Roman"/>
              </a:rPr>
              <a:t>1. Motivation for Persistent Attack Detection</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Traditional security systems often fail to detect </a:t>
            </a:r>
            <a:r>
              <a:rPr lang="en-US" b="1" dirty="0">
                <a:latin typeface="Times New Roman"/>
                <a:ea typeface="Times New Roman"/>
                <a:cs typeface="Times New Roman"/>
              </a:rPr>
              <a:t>Advanced Persistent Threats (APTs)</a:t>
            </a:r>
            <a:r>
              <a:rPr lang="en-US" dirty="0">
                <a:latin typeface="Times New Roman"/>
                <a:ea typeface="Times New Roman"/>
                <a:cs typeface="Times New Roman"/>
              </a:rPr>
              <a:t> due to their stealthy and prolonged nature.</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RANK addresses this gap by providing </a:t>
            </a:r>
            <a:r>
              <a:rPr lang="en-US" b="1" dirty="0">
                <a:latin typeface="Times New Roman"/>
                <a:ea typeface="Times New Roman"/>
                <a:cs typeface="Times New Roman"/>
              </a:rPr>
              <a:t>continuous monitoring</a:t>
            </a:r>
            <a:r>
              <a:rPr lang="en-US" dirty="0">
                <a:latin typeface="Times New Roman"/>
                <a:ea typeface="Times New Roman"/>
                <a:cs typeface="Times New Roman"/>
              </a:rPr>
              <a:t> and </a:t>
            </a:r>
            <a:r>
              <a:rPr lang="en-US" b="1" dirty="0">
                <a:latin typeface="Times New Roman"/>
                <a:ea typeface="Times New Roman"/>
                <a:cs typeface="Times New Roman"/>
              </a:rPr>
              <a:t>adaptive learning</a:t>
            </a:r>
            <a:r>
              <a:rPr lang="en-US" dirty="0">
                <a:latin typeface="Times New Roman"/>
                <a:ea typeface="Times New Roman"/>
                <a:cs typeface="Times New Roman"/>
              </a:rPr>
              <a:t> to identify slow, sophisticated attacks that evade signature-based and rule-based systems.</a:t>
            </a:r>
            <a:endParaRPr lang="en-US" dirty="0">
              <a:latin typeface="Calibri"/>
              <a:ea typeface="Calibri"/>
              <a:cs typeface="Times New Roman"/>
            </a:endParaRPr>
          </a:p>
          <a:p>
            <a:pPr algn="just">
              <a:lnSpc>
                <a:spcPct val="150000"/>
              </a:lnSpc>
              <a:spcAft>
                <a:spcPts val="800"/>
              </a:spcAft>
            </a:pPr>
            <a:r>
              <a:rPr lang="en-US" b="1" dirty="0">
                <a:latin typeface="Times New Roman"/>
                <a:ea typeface="Times New Roman"/>
                <a:cs typeface="Times New Roman"/>
              </a:rPr>
              <a:t>2. End-to-End AI Architecture</a:t>
            </a:r>
            <a:endParaRPr lang="en-US" dirty="0">
              <a:latin typeface="Calibri"/>
              <a:ea typeface="Calibri"/>
              <a:cs typeface="Times New Roman"/>
            </a:endParaRPr>
          </a:p>
          <a:p>
            <a:pPr marL="342900" lvl="0" indent="-342900" algn="just">
              <a:lnSpc>
                <a:spcPct val="150000"/>
              </a:lnSpc>
              <a:spcAft>
                <a:spcPts val="800"/>
              </a:spcAft>
              <a:buSzPts val="1000"/>
              <a:buFont typeface="Symbol"/>
              <a:buChar char=""/>
              <a:tabLst>
                <a:tab pos="457200" algn="l"/>
              </a:tabLst>
            </a:pPr>
            <a:r>
              <a:rPr lang="en-US" dirty="0">
                <a:latin typeface="Times New Roman"/>
                <a:ea typeface="Times New Roman"/>
                <a:cs typeface="Times New Roman"/>
              </a:rPr>
              <a:t>RANK employs an </a:t>
            </a:r>
            <a:r>
              <a:rPr lang="en-US" b="1" dirty="0">
                <a:latin typeface="Times New Roman"/>
                <a:ea typeface="Times New Roman"/>
                <a:cs typeface="Times New Roman"/>
              </a:rPr>
              <a:t>end-to-end architecture</a:t>
            </a:r>
            <a:r>
              <a:rPr lang="en-US" dirty="0">
                <a:latin typeface="Times New Roman"/>
                <a:ea typeface="Times New Roman"/>
                <a:cs typeface="Times New Roman"/>
              </a:rPr>
              <a:t> that integrates data collection, feature extraction, machine learning models, and decision-making.</a:t>
            </a:r>
            <a:endParaRPr lang="en-US" dirty="0">
              <a:latin typeface="Calibri"/>
              <a:ea typeface="Calibri"/>
              <a:cs typeface="Times New Roman"/>
            </a:endParaRPr>
          </a:p>
        </p:txBody>
      </p:sp>
    </p:spTree>
    <p:extLst>
      <p:ext uri="{BB962C8B-B14F-4D97-AF65-F5344CB8AC3E}">
        <p14:creationId xmlns:p14="http://schemas.microsoft.com/office/powerpoint/2010/main" val="2342907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6"/>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EXISTING SYSTEM</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ACAFAE0-BF8D-F884-8035-FD9DB2A6B27A}"/>
              </a:ext>
            </a:extLst>
          </p:cNvPr>
          <p:cNvSpPr>
            <a:spLocks noChangeArrowheads="1"/>
          </p:cNvSpPr>
          <p:nvPr/>
        </p:nvSpPr>
        <p:spPr bwMode="auto">
          <a:xfrm>
            <a:off x="728741" y="987845"/>
            <a:ext cx="8074600"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dirty="0">
                <a:latin typeface="Times New Roman"/>
                <a:ea typeface="Calibri"/>
              </a:rPr>
              <a:t>Traditional intrusion detection systems (IDS) in enterprise networks often rely on signature-based or anomaly-based detection techniques. While these methods can detect known threats with a degree of accuracy, they struggle with identifying advanced persistent threats (APTs) that evolve and adapt over time. Most conventional systems operate in a </a:t>
            </a:r>
            <a:r>
              <a:rPr lang="en-IN" dirty="0" err="1">
                <a:latin typeface="Times New Roman"/>
                <a:ea typeface="Calibri"/>
              </a:rPr>
              <a:t>siloed</a:t>
            </a:r>
            <a:r>
              <a:rPr lang="en-IN" dirty="0">
                <a:latin typeface="Times New Roman"/>
                <a:ea typeface="Calibri"/>
              </a:rPr>
              <a:t> manner, analyzing network data in isolated segments without integrating contextual insights across different layers of the network. Furthermore, these systems often lack real-time processing capabilities and scalability, making them insufficient for modern enterprise environments where data volumes are vast and threats are increasingly sophisticated. </a:t>
            </a: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8"/>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DRAWBACKS</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D5A3512-BCC8-A273-6B07-740E9E78CA20}"/>
              </a:ext>
            </a:extLst>
          </p:cNvPr>
          <p:cNvSpPr>
            <a:spLocks noChangeArrowheads="1"/>
          </p:cNvSpPr>
          <p:nvPr/>
        </p:nvSpPr>
        <p:spPr bwMode="auto">
          <a:xfrm>
            <a:off x="824753" y="1179542"/>
            <a:ext cx="8291379" cy="2383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7000"/>
              </a:lnSpc>
              <a:spcAft>
                <a:spcPts val="800"/>
              </a:spcAft>
            </a:pPr>
            <a:r>
              <a:rPr lang="en-US" b="1" dirty="0">
                <a:latin typeface="Times New Roman"/>
                <a:ea typeface="Times New Roman"/>
                <a:cs typeface="Times New Roman"/>
              </a:rPr>
              <a:t>Centralized Databases:</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Vulnerable to tampering by administrators.</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Single point of failure leads to potential data breaches or manipulation.</a:t>
            </a:r>
            <a:endParaRPr lang="en-US" sz="1400" dirty="0">
              <a:latin typeface="Calibri"/>
              <a:ea typeface="Calibri"/>
              <a:cs typeface="Times New Roman"/>
            </a:endParaRPr>
          </a:p>
          <a:p>
            <a:pPr algn="just">
              <a:lnSpc>
                <a:spcPct val="107000"/>
              </a:lnSpc>
              <a:spcAft>
                <a:spcPts val="800"/>
              </a:spcAft>
            </a:pPr>
            <a:r>
              <a:rPr lang="en-US" b="1" dirty="0">
                <a:latin typeface="Times New Roman"/>
                <a:ea typeface="Times New Roman"/>
                <a:cs typeface="Times New Roman"/>
              </a:rPr>
              <a:t>No Transparency:</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Transactions and ownership details lack public traceability or auditability.</a:t>
            </a:r>
            <a:endParaRPr lang="en-US" sz="1400" dirty="0">
              <a:latin typeface="Calibri"/>
              <a:ea typeface="Calibri"/>
              <a:cs typeface="Times New Roman"/>
            </a:endParaRPr>
          </a:p>
          <a:p>
            <a:pPr marL="342900" lvl="0" indent="-342900" algn="just">
              <a:lnSpc>
                <a:spcPct val="107000"/>
              </a:lnSpc>
              <a:spcAft>
                <a:spcPts val="800"/>
              </a:spcAft>
              <a:buSzPts val="1000"/>
              <a:buFont typeface="Symbol"/>
              <a:buChar char=""/>
              <a:tabLst>
                <a:tab pos="457200" algn="l"/>
              </a:tabLst>
            </a:pPr>
            <a:r>
              <a:rPr lang="en-US" dirty="0">
                <a:latin typeface="Times New Roman"/>
                <a:ea typeface="Times New Roman"/>
                <a:cs typeface="Times New Roman"/>
              </a:rPr>
              <a:t>Disputes over land ownership are common due to unclear or falsified records.</a:t>
            </a:r>
            <a:endParaRPr lang="en-US" sz="1400" dirty="0">
              <a:latin typeface="Calibri"/>
              <a:ea typeface="Calibri"/>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0"/>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PROPOSED SYSTEM</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74160CC-D8EC-52F7-7BCC-FC999B0EC6C1}"/>
              </a:ext>
            </a:extLst>
          </p:cNvPr>
          <p:cNvSpPr>
            <a:spLocks noChangeArrowheads="1"/>
          </p:cNvSpPr>
          <p:nvPr/>
        </p:nvSpPr>
        <p:spPr bwMode="auto">
          <a:xfrm>
            <a:off x="846350" y="1164960"/>
            <a:ext cx="8190074" cy="378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US" dirty="0">
                <a:latin typeface="Times New Roman" pitchFamily="18" charset="0"/>
                <a:cs typeface="Times New Roman" pitchFamily="18" charset="0"/>
              </a:rPr>
              <a:t>The proposed system, RANK (AI-assisted End-to-End Architecture), introduces a comprehensive and intelligent framework for detecting persistent attacks within enterprise networks. It leverages artificial intelligence and machine learning to provide continuous monitoring, contextual analysis, and adaptive learning from ongoing network behaviors. RANK integrates multiple components, including data collection agents, a centralized processing engine, and AI models that correlate events across time and systems to identify patterns indicative of advanced threats. Unlike traditional methods, RANK offers an end-to-end architecture that not only detects but also anticipates malicious activities by learning from historical data. </a:t>
            </a:r>
            <a:endParaRPr lang="en-US" sz="1400" dirty="0">
              <a:latin typeface="Times New Roman" pitchFamily="18" charset="0"/>
              <a:ea typeface="Calibri"/>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2"/>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2">
                    <a:lumMod val="60000"/>
                    <a:lumOff val="40000"/>
                  </a:schemeClr>
                </a:solidFill>
                <a:latin typeface="Times New Roman" panose="02020603050405020304" pitchFamily="18" charset="0"/>
                <a:ea typeface="DejaVu Sans"/>
                <a:cs typeface="Times New Roman" panose="02020603050405020304" pitchFamily="18" charset="0"/>
              </a:rPr>
              <a:t>ADVANTAGES</a:t>
            </a:r>
            <a:endParaRPr lang="en-IN" sz="2800" b="1" strike="noStrike" spc="-1"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8EC1ED73-8027-7564-7E45-8E5E7ADF29AD}"/>
              </a:ext>
            </a:extLst>
          </p:cNvPr>
          <p:cNvSpPr>
            <a:spLocks noChangeArrowheads="1"/>
          </p:cNvSpPr>
          <p:nvPr/>
        </p:nvSpPr>
        <p:spPr bwMode="auto">
          <a:xfrm>
            <a:off x="850626" y="1431465"/>
            <a:ext cx="7516433" cy="3153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800"/>
              </a:spcAft>
            </a:pPr>
            <a:r>
              <a:rPr lang="en-US" b="1" dirty="0">
                <a:latin typeface="Times New Roman"/>
                <a:ea typeface="Times New Roman"/>
                <a:cs typeface="Times New Roman"/>
              </a:rPr>
              <a:t>1. Tamper-Proof Land Registration</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b="1" dirty="0" err="1">
                <a:latin typeface="Times New Roman"/>
                <a:ea typeface="Times New Roman"/>
                <a:cs typeface="Times New Roman"/>
              </a:rPr>
              <a:t>Blockchain</a:t>
            </a:r>
            <a:r>
              <a:rPr lang="en-US" b="1" dirty="0">
                <a:latin typeface="Times New Roman"/>
                <a:ea typeface="Times New Roman"/>
                <a:cs typeface="Times New Roman"/>
              </a:rPr>
              <a:t> technology</a:t>
            </a:r>
            <a:r>
              <a:rPr lang="en-US" dirty="0">
                <a:latin typeface="Times New Roman"/>
                <a:ea typeface="Times New Roman"/>
                <a:cs typeface="Times New Roman"/>
              </a:rPr>
              <a:t> ensures decentralization and immutability.</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Land records cannot be altered or deleted, protecting ownership from fraud.</a:t>
            </a:r>
            <a:endParaRPr lang="en-US" sz="1600" dirty="0">
              <a:latin typeface="Calibri"/>
              <a:ea typeface="Calibri"/>
              <a:cs typeface="Times New Roman"/>
            </a:endParaRPr>
          </a:p>
          <a:p>
            <a:pPr algn="just">
              <a:lnSpc>
                <a:spcPct val="115000"/>
              </a:lnSpc>
              <a:spcAft>
                <a:spcPts val="800"/>
              </a:spcAft>
            </a:pPr>
            <a:r>
              <a:rPr lang="en-US" b="1" dirty="0">
                <a:latin typeface="Times New Roman"/>
                <a:ea typeface="Times New Roman"/>
                <a:cs typeface="Times New Roman"/>
              </a:rPr>
              <a:t>2. Fraud Detection with AI/ML</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Advanced </a:t>
            </a:r>
            <a:r>
              <a:rPr lang="en-US" b="1" dirty="0">
                <a:latin typeface="Times New Roman"/>
                <a:ea typeface="Times New Roman"/>
                <a:cs typeface="Times New Roman"/>
              </a:rPr>
              <a:t>AI models (e.g., LIGHTGBM, XGBOOST, SVM)</a:t>
            </a:r>
            <a:r>
              <a:rPr lang="en-US" dirty="0">
                <a:latin typeface="Times New Roman"/>
                <a:ea typeface="Times New Roman"/>
                <a:cs typeface="Times New Roman"/>
              </a:rPr>
              <a:t> are trained to detect fraudulent transactions.</a:t>
            </a:r>
            <a:endParaRPr lang="en-US" sz="1600" dirty="0">
              <a:latin typeface="Calibri"/>
              <a:ea typeface="Calibri"/>
              <a:cs typeface="Times New Roman"/>
            </a:endParaRPr>
          </a:p>
          <a:p>
            <a:pPr marL="342900" lvl="0" indent="-342900" algn="just">
              <a:lnSpc>
                <a:spcPct val="115000"/>
              </a:lnSpc>
              <a:spcAft>
                <a:spcPts val="800"/>
              </a:spcAft>
              <a:buSzPts val="1000"/>
              <a:buFont typeface="Symbol"/>
              <a:buChar char=""/>
              <a:tabLst>
                <a:tab pos="457200" algn="l"/>
              </a:tabLst>
            </a:pPr>
            <a:r>
              <a:rPr lang="en-US" dirty="0">
                <a:latin typeface="Times New Roman"/>
                <a:ea typeface="Times New Roman"/>
                <a:cs typeface="Times New Roman"/>
              </a:rPr>
              <a:t>The system achieved up to </a:t>
            </a:r>
            <a:r>
              <a:rPr lang="en-US" b="1" dirty="0">
                <a:latin typeface="Times New Roman"/>
                <a:ea typeface="Times New Roman"/>
                <a:cs typeface="Times New Roman"/>
              </a:rPr>
              <a:t>99.35% accuracy</a:t>
            </a:r>
            <a:r>
              <a:rPr lang="en-US" dirty="0">
                <a:latin typeface="Times New Roman"/>
                <a:ea typeface="Times New Roman"/>
                <a:cs typeface="Times New Roman"/>
              </a:rPr>
              <a:t> in fraud detection using </a:t>
            </a:r>
            <a:r>
              <a:rPr lang="en-US" dirty="0" err="1">
                <a:latin typeface="Times New Roman"/>
                <a:ea typeface="Times New Roman"/>
                <a:cs typeface="Times New Roman"/>
              </a:rPr>
              <a:t>Ethereum</a:t>
            </a:r>
            <a:r>
              <a:rPr lang="en-US" dirty="0">
                <a:latin typeface="Times New Roman"/>
                <a:ea typeface="Times New Roman"/>
                <a:cs typeface="Times New Roman"/>
              </a:rPr>
              <a:t> transaction datasets.</a:t>
            </a:r>
            <a:endParaRPr lang="en-US" sz="1600" dirty="0">
              <a:latin typeface="Calibri"/>
              <a:ea typeface="Calibri"/>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4"/>
          <p:cNvSpPr/>
          <p:nvPr/>
        </p:nvSpPr>
        <p:spPr>
          <a:xfrm>
            <a:off x="339238" y="23347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55000" lnSpcReduction="20000"/>
          </a:bodyPr>
          <a:lstStyle/>
          <a:p>
            <a:pPr algn="ctr">
              <a:lnSpc>
                <a:spcPct val="100000"/>
              </a:lnSpc>
            </a:pPr>
            <a:r>
              <a:rPr lang="en-US" sz="5100" b="1" strike="noStrike" spc="-1" dirty="0">
                <a:solidFill>
                  <a:schemeClr val="accent2">
                    <a:lumMod val="60000"/>
                    <a:lumOff val="40000"/>
                  </a:schemeClr>
                </a:solidFill>
                <a:uFillTx/>
                <a:latin typeface="Times New Roman" panose="02020603050405020304" pitchFamily="18" charset="0"/>
                <a:ea typeface="DejaVu Sans"/>
                <a:cs typeface="Times New Roman" panose="02020603050405020304" pitchFamily="18" charset="0"/>
              </a:rPr>
              <a:t>HARDWARE REQUIREMENTS</a:t>
            </a:r>
            <a:br>
              <a:rPr sz="4400" dirty="0"/>
            </a:br>
            <a:endParaRPr lang="en-IN" sz="4400" b="0" strike="noStrike" spc="-1" dirty="0">
              <a:solidFill>
                <a:srgbClr val="000000"/>
              </a:solidFill>
              <a:latin typeface="Arial"/>
            </a:endParaRPr>
          </a:p>
        </p:txBody>
      </p:sp>
      <p:sp>
        <p:nvSpPr>
          <p:cNvPr id="171" name="CustomShape 13"/>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System		 			: 	i3</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Hard Disk           			: 	250 GB</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GB" sz="2000" b="0" strike="noStrike" spc="-1" dirty="0">
                <a:latin typeface="Times New Roman" panose="02020603050405020304" pitchFamily="18" charset="0"/>
                <a:ea typeface="DejaVu Sans"/>
                <a:cs typeface="Times New Roman" panose="02020603050405020304" pitchFamily="18" charset="0"/>
              </a:rPr>
              <a:t>RAM						:	4 GB</a:t>
            </a:r>
            <a:endParaRPr lang="en-IN" sz="2000" b="0" strike="noStrike" spc="-1" dirty="0">
              <a:latin typeface="Times New Roman" panose="02020603050405020304" pitchFamily="18" charset="0"/>
              <a:cs typeface="Times New Roman" panose="02020603050405020304" pitchFamily="18" charset="0"/>
            </a:endParaRPr>
          </a:p>
          <a:p>
            <a:pPr>
              <a:lnSpc>
                <a:spcPct val="100000"/>
              </a:lnSpc>
              <a:spcBef>
                <a:spcPts val="700"/>
              </a:spcBef>
            </a:pPr>
            <a:endParaRPr lang="en-IN" sz="2900" b="0" strike="noStrike"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6"/>
          <p:cNvSpPr/>
          <p:nvPr/>
        </p:nvSpPr>
        <p:spPr>
          <a:xfrm>
            <a:off x="195803" y="564438"/>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chemeClr val="accent1"/>
                </a:solidFill>
                <a:uFillTx/>
                <a:latin typeface="Times New Roman" panose="02020603050405020304" pitchFamily="18" charset="0"/>
                <a:ea typeface="DejaVu Sans"/>
                <a:cs typeface="Times New Roman" panose="02020603050405020304" pitchFamily="18" charset="0"/>
              </a:rPr>
              <a:t>SOFTWARE REQUIREMENTS</a:t>
            </a:r>
            <a:br>
              <a:rPr lang="en-US" sz="2800" dirty="0">
                <a:solidFill>
                  <a:schemeClr val="accent1"/>
                </a:solidFill>
                <a:latin typeface="Times New Roman" panose="02020603050405020304" pitchFamily="18" charset="0"/>
                <a:cs typeface="Times New Roman" panose="02020603050405020304" pitchFamily="18" charset="0"/>
              </a:rPr>
            </a:br>
            <a:endParaRPr lang="en-US" sz="2800" b="0" strike="noStrike" spc="-1" dirty="0">
              <a:solidFill>
                <a:schemeClr val="accent1"/>
              </a:solidFill>
              <a:latin typeface="Times New Roman" panose="02020603050405020304" pitchFamily="18" charset="0"/>
              <a:cs typeface="Times New Roman" panose="02020603050405020304" pitchFamily="18" charset="0"/>
            </a:endParaRPr>
          </a:p>
        </p:txBody>
      </p:sp>
      <p:sp>
        <p:nvSpPr>
          <p:cNvPr id="173" name="CustomShape 15"/>
          <p:cNvSpPr/>
          <p:nvPr/>
        </p:nvSpPr>
        <p:spPr>
          <a:xfrm>
            <a:off x="673920" y="132192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20040" indent="-316440">
              <a:lnSpc>
                <a:spcPct val="100000"/>
              </a:lnSpc>
              <a:spcBef>
                <a:spcPts val="700"/>
              </a:spcBef>
              <a:buClr>
                <a:srgbClr val="DD8047"/>
              </a:buClr>
              <a:buSzPct val="60000"/>
              <a:buFont typeface="Wingdings" charset="2"/>
              <a:buChar char=""/>
            </a:pPr>
            <a:r>
              <a:rPr lang="en-US" sz="2000" b="0" strike="noStrike" spc="-1" dirty="0">
                <a:latin typeface="Times New Roman" panose="02020603050405020304" pitchFamily="18" charset="0"/>
                <a:ea typeface="DejaVu Sans"/>
                <a:cs typeface="Times New Roman" panose="02020603050405020304" pitchFamily="18" charset="0"/>
              </a:rPr>
              <a:t>Operating system 			: 	Windows Family</a:t>
            </a:r>
            <a:endParaRPr lang="en-IN" sz="2000" b="0" strike="noStrike" spc="-1" dirty="0">
              <a:latin typeface="Times New Roman" panose="02020603050405020304" pitchFamily="18" charset="0"/>
              <a:cs typeface="Times New Roman" panose="02020603050405020304" pitchFamily="18" charset="0"/>
            </a:endParaRPr>
          </a:p>
          <a:p>
            <a:pPr marL="320040" indent="-316440">
              <a:lnSpc>
                <a:spcPct val="100000"/>
              </a:lnSpc>
              <a:spcBef>
                <a:spcPts val="700"/>
              </a:spcBef>
              <a:buClr>
                <a:srgbClr val="DD8047"/>
              </a:buClr>
              <a:buSzPct val="60000"/>
              <a:buFont typeface="Wingdings" charset="2"/>
              <a:buChar char=""/>
            </a:pPr>
            <a:r>
              <a:rPr lang="en-US" sz="2000" b="0" strike="noStrike" spc="-1" dirty="0">
                <a:latin typeface="Times New Roman" panose="02020603050405020304" pitchFamily="18" charset="0"/>
                <a:ea typeface="DejaVu Sans"/>
                <a:cs typeface="Times New Roman" panose="02020603050405020304" pitchFamily="18" charset="0"/>
              </a:rPr>
              <a:t>Coding Language			: 	Python</a:t>
            </a:r>
            <a:endParaRPr lang="en-IN" sz="2000" b="0" strike="noStrike" spc="-1" dirty="0">
              <a:latin typeface="Times New Roman" panose="02020603050405020304" pitchFamily="18" charset="0"/>
              <a:cs typeface="Times New Roman" panose="02020603050405020304" pitchFamily="18" charset="0"/>
            </a:endParaRPr>
          </a:p>
          <a:p>
            <a:pPr>
              <a:lnSpc>
                <a:spcPct val="100000"/>
              </a:lnSpc>
              <a:spcBef>
                <a:spcPts val="700"/>
              </a:spcBef>
            </a:pPr>
            <a:endParaRPr lang="en-IN" sz="29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34CC-DD37-33D1-BFA0-407E1F8AD3DE}"/>
              </a:ext>
            </a:extLst>
          </p:cNvPr>
          <p:cNvSpPr>
            <a:spLocks noGrp="1"/>
          </p:cNvSpPr>
          <p:nvPr>
            <p:ph type="title"/>
          </p:nvPr>
        </p:nvSpPr>
        <p:spPr>
          <a:xfrm>
            <a:off x="560035" y="504049"/>
            <a:ext cx="7107922" cy="786869"/>
          </a:xfrm>
        </p:spPr>
        <p:txBody>
          <a:bodyPr>
            <a:normAutofit/>
          </a:bodyPr>
          <a:lstStyle/>
          <a:p>
            <a:pPr algn="ctr"/>
            <a:r>
              <a:rPr lang="en-IN" sz="2800"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A0EFA655-3F98-7CDC-74A8-AACFD0396FB9}"/>
              </a:ext>
            </a:extLst>
          </p:cNvPr>
          <p:cNvSpPr>
            <a:spLocks noGrp="1"/>
          </p:cNvSpPr>
          <p:nvPr>
            <p:ph idx="1"/>
          </p:nvPr>
        </p:nvSpPr>
        <p:spPr>
          <a:xfrm>
            <a:off x="1494117" y="1243106"/>
            <a:ext cx="6173839" cy="4368800"/>
          </a:xfrm>
        </p:spPr>
        <p:txBody>
          <a:bodyPr>
            <a:normAutofit fontScale="55000" lnSpcReduction="20000"/>
          </a:bodyPr>
          <a:lstStyle/>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1. Data Collection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2. Preprocessing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3. Feature Engineering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4. Threat Modeling &amp; Knowledge Base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5. Detection Engine (AI/ML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6. Correlation &amp; Alerting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7. Visualization &amp; Reporting Module</a:t>
            </a:r>
            <a:endParaRPr lang="en-US" sz="2900" dirty="0">
              <a:latin typeface="Times New Roman" panose="02020603050405020304" pitchFamily="18" charset="0"/>
              <a:ea typeface="Calibri"/>
              <a:cs typeface="Times New Roman" panose="02020603050405020304" pitchFamily="18" charset="0"/>
            </a:endParaRPr>
          </a:p>
          <a:p>
            <a:pPr marL="0" indent="0">
              <a:lnSpc>
                <a:spcPct val="150000"/>
              </a:lnSpc>
              <a:spcAft>
                <a:spcPts val="800"/>
              </a:spcAft>
              <a:buNone/>
            </a:pPr>
            <a:r>
              <a:rPr lang="en-US" sz="2900" dirty="0">
                <a:latin typeface="Times New Roman" panose="02020603050405020304" pitchFamily="18" charset="0"/>
                <a:ea typeface="Times New Roman"/>
                <a:cs typeface="Times New Roman" panose="02020603050405020304" pitchFamily="18" charset="0"/>
              </a:rPr>
              <a:t>8. Feedback &amp; Learning Loop</a:t>
            </a:r>
            <a:endParaRPr lang="en-US" sz="2900" dirty="0">
              <a:latin typeface="Times New Roman" panose="02020603050405020304" pitchFamily="18" charset="0"/>
              <a:ea typeface="Calibri"/>
              <a:cs typeface="Times New Roman" panose="02020603050405020304" pitchFamily="18" charset="0"/>
            </a:endParaRPr>
          </a:p>
          <a:p>
            <a:endParaRPr lang="en-IN" dirty="0"/>
          </a:p>
        </p:txBody>
      </p:sp>
    </p:spTree>
    <p:extLst>
      <p:ext uri="{BB962C8B-B14F-4D97-AF65-F5344CB8AC3E}">
        <p14:creationId xmlns:p14="http://schemas.microsoft.com/office/powerpoint/2010/main" val="3478990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1047" y="536389"/>
            <a:ext cx="7358530" cy="523220"/>
          </a:xfrm>
          <a:prstGeom prst="rect">
            <a:avLst/>
          </a:prstGeom>
          <a:noFill/>
        </p:spPr>
        <p:txBody>
          <a:bodyPr wrap="square" rtlCol="0">
            <a:spAutoFit/>
          </a:bodyPr>
          <a:lstStyle/>
          <a:p>
            <a:pPr algn="ctr"/>
            <a:r>
              <a:rPr lang="en-IN" sz="2800" b="1" dirty="0">
                <a:solidFill>
                  <a:schemeClr val="accent1"/>
                </a:solidFill>
                <a:latin typeface="Times New Roman" pitchFamily="18" charset="0"/>
                <a:cs typeface="Times New Roman" pitchFamily="18" charset="0"/>
              </a:rPr>
              <a:t>SYSTEM ARCHITECTURE</a:t>
            </a:r>
            <a:endParaRPr lang="en-US" sz="2800" b="1" dirty="0">
              <a:solidFill>
                <a:schemeClr val="accent1"/>
              </a:solidFill>
              <a:latin typeface="Times New Roman" pitchFamily="18" charset="0"/>
              <a:cs typeface="Times New Roman" pitchFamily="18" charset="0"/>
            </a:endParaRPr>
          </a:p>
        </p:txBody>
      </p:sp>
      <p:pic>
        <p:nvPicPr>
          <p:cNvPr id="9" name="Picture 8" descr="C:\Users\sandeep\OneDrive\Desktop\2 Months Schedule\CSS\Architecture-for-Attack-Detection-System_Q640.jpg"/>
          <p:cNvPicPr/>
          <p:nvPr/>
        </p:nvPicPr>
        <p:blipFill>
          <a:blip r:embed="rId2"/>
          <a:srcRect/>
          <a:stretch>
            <a:fillRect/>
          </a:stretch>
        </p:blipFill>
        <p:spPr bwMode="auto">
          <a:xfrm>
            <a:off x="1183341" y="1437620"/>
            <a:ext cx="7171765" cy="361847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20B8-553E-BEC1-6C8E-E1FE6B8F8A3F}"/>
              </a:ext>
            </a:extLst>
          </p:cNvPr>
          <p:cNvSpPr>
            <a:spLocks noGrp="1"/>
          </p:cNvSpPr>
          <p:nvPr>
            <p:ph type="title"/>
          </p:nvPr>
        </p:nvSpPr>
        <p:spPr>
          <a:xfrm>
            <a:off x="560035" y="504049"/>
            <a:ext cx="7107922" cy="786869"/>
          </a:xfrm>
        </p:spPr>
        <p:txBody>
          <a:bodyPr>
            <a:normAutofit/>
          </a:bodyPr>
          <a:lstStyle/>
          <a:p>
            <a:pPr algn="ctr"/>
            <a:r>
              <a:rPr lang="en-IN" sz="3600" b="1" dirty="0">
                <a:latin typeface="Times New Roman" panose="02020603050405020304" pitchFamily="18" charset="0"/>
                <a:cs typeface="Times New Roman" panose="02020603050405020304" pitchFamily="18" charset="0"/>
              </a:rPr>
              <a:t>UML</a:t>
            </a:r>
          </a:p>
        </p:txBody>
      </p:sp>
      <p:sp>
        <p:nvSpPr>
          <p:cNvPr id="6" name="Content Placeholder 5">
            <a:extLst>
              <a:ext uri="{FF2B5EF4-FFF2-40B4-BE49-F238E27FC236}">
                <a16:creationId xmlns:a16="http://schemas.microsoft.com/office/drawing/2014/main" id="{296EBAE4-C635-2812-295A-3FE47AE7AE57}"/>
              </a:ext>
            </a:extLst>
          </p:cNvPr>
          <p:cNvSpPr>
            <a:spLocks noGrp="1"/>
          </p:cNvSpPr>
          <p:nvPr>
            <p:ph idx="1"/>
          </p:nvPr>
        </p:nvSpPr>
        <p:spPr>
          <a:xfrm>
            <a:off x="560035" y="1290918"/>
            <a:ext cx="3934271" cy="3704394"/>
          </a:xfrm>
        </p:spPr>
        <p:txBody>
          <a:bodyPr/>
          <a:lstStyle/>
          <a:p>
            <a:pPr marL="0" indent="0">
              <a:buNone/>
            </a:pPr>
            <a:r>
              <a:rPr lang="en-IN" sz="2800" b="1" dirty="0">
                <a:solidFill>
                  <a:schemeClr val="accent1"/>
                </a:solidFill>
                <a:latin typeface="Times New Roman" pitchFamily="18" charset="0"/>
                <a:cs typeface="Times New Roman" pitchFamily="18" charset="0"/>
              </a:rPr>
              <a:t>Class Diagram:</a:t>
            </a:r>
            <a:endParaRPr lang="en-US" sz="2800" b="1" dirty="0">
              <a:solidFill>
                <a:schemeClr val="accent1"/>
              </a:solidFill>
              <a:latin typeface="Times New Roman" pitchFamily="18" charset="0"/>
              <a:cs typeface="Times New Roman" pitchFamily="18" charset="0"/>
            </a:endParaRPr>
          </a:p>
          <a:p>
            <a:r>
              <a:rPr lang="en-GB" sz="1800" dirty="0">
                <a:latin typeface="Times New Roman" panose="02020603050405020304" pitchFamily="18" charset="0"/>
                <a:cs typeface="Times New Roman" panose="02020603050405020304" pitchFamily="18" charset="0"/>
              </a:rPr>
              <a:t>A Class Diagram represents the structure of the system by showing classes, their attributes, and methods. </a:t>
            </a:r>
          </a:p>
          <a:p>
            <a:r>
              <a:rPr lang="en-GB" sz="1800" dirty="0">
                <a:latin typeface="Times New Roman" panose="02020603050405020304" pitchFamily="18" charset="0"/>
                <a:cs typeface="Times New Roman" panose="02020603050405020304" pitchFamily="18" charset="0"/>
              </a:rPr>
              <a:t>It also illustrates the relationships between different classes in the system</a:t>
            </a:r>
            <a:r>
              <a:rPr lang="en-GB" sz="1800" dirty="0"/>
              <a:t>.</a:t>
            </a:r>
          </a:p>
          <a:p>
            <a:r>
              <a:rPr lang="en-GB" sz="1800" dirty="0">
                <a:latin typeface="Times New Roman" panose="02020603050405020304" pitchFamily="18" charset="0"/>
                <a:cs typeface="Times New Roman" panose="02020603050405020304" pitchFamily="18" charset="0"/>
              </a:rPr>
              <a:t>This diagram helps in understanding how data and functions are organized in the application</a:t>
            </a:r>
            <a:endParaRPr lang="en-IN" sz="1800" dirty="0">
              <a:latin typeface="Times New Roman" panose="02020603050405020304" pitchFamily="18" charset="0"/>
              <a:cs typeface="Times New Roman" panose="02020603050405020304" pitchFamily="18" charset="0"/>
            </a:endParaRPr>
          </a:p>
          <a:p>
            <a:endParaRPr lang="en-IN" dirty="0"/>
          </a:p>
        </p:txBody>
      </p:sp>
      <p:grpSp>
        <p:nvGrpSpPr>
          <p:cNvPr id="4" name="Group 3">
            <a:extLst>
              <a:ext uri="{FF2B5EF4-FFF2-40B4-BE49-F238E27FC236}">
                <a16:creationId xmlns:a16="http://schemas.microsoft.com/office/drawing/2014/main" id="{A503A42D-1C87-359E-74D7-3A5A8D064ED1}"/>
              </a:ext>
            </a:extLst>
          </p:cNvPr>
          <p:cNvGrpSpPr>
            <a:grpSpLocks/>
          </p:cNvGrpSpPr>
          <p:nvPr/>
        </p:nvGrpSpPr>
        <p:grpSpPr>
          <a:xfrm>
            <a:off x="4592990" y="1290918"/>
            <a:ext cx="4752647" cy="3455964"/>
            <a:chOff x="0" y="0"/>
            <a:chExt cx="4927600" cy="4273550"/>
          </a:xfrm>
        </p:grpSpPr>
        <p:pic>
          <p:nvPicPr>
            <p:cNvPr id="5" name="Image 7">
              <a:extLst>
                <a:ext uri="{FF2B5EF4-FFF2-40B4-BE49-F238E27FC236}">
                  <a16:creationId xmlns:a16="http://schemas.microsoft.com/office/drawing/2014/main" id="{90FED3AA-E135-E96F-7ABA-E9C5B71D6803}"/>
                </a:ext>
              </a:extLst>
            </p:cNvPr>
            <p:cNvPicPr/>
            <p:nvPr/>
          </p:nvPicPr>
          <p:blipFill>
            <a:blip r:embed="rId2" cstate="print"/>
            <a:stretch>
              <a:fillRect/>
            </a:stretch>
          </p:blipFill>
          <p:spPr>
            <a:xfrm>
              <a:off x="808355" y="161544"/>
              <a:ext cx="2565400" cy="3394583"/>
            </a:xfrm>
            <a:prstGeom prst="rect">
              <a:avLst/>
            </a:prstGeom>
          </p:spPr>
        </p:pic>
        <p:pic>
          <p:nvPicPr>
            <p:cNvPr id="8" name="Image 8">
              <a:extLst>
                <a:ext uri="{FF2B5EF4-FFF2-40B4-BE49-F238E27FC236}">
                  <a16:creationId xmlns:a16="http://schemas.microsoft.com/office/drawing/2014/main" id="{64AF787E-541F-E1BD-91E0-A2FF39B3DF46}"/>
                </a:ext>
              </a:extLst>
            </p:cNvPr>
            <p:cNvPicPr/>
            <p:nvPr/>
          </p:nvPicPr>
          <p:blipFill>
            <a:blip r:embed="rId3" cstate="print"/>
            <a:stretch>
              <a:fillRect/>
            </a:stretch>
          </p:blipFill>
          <p:spPr>
            <a:xfrm>
              <a:off x="0" y="0"/>
              <a:ext cx="4927600" cy="4273550"/>
            </a:xfrm>
            <a:prstGeom prst="rect">
              <a:avLst/>
            </a:prstGeom>
          </p:spPr>
        </p:pic>
      </p:grpSp>
      <p:sp>
        <p:nvSpPr>
          <p:cNvPr id="9" name="Rectangle 5">
            <a:extLst>
              <a:ext uri="{FF2B5EF4-FFF2-40B4-BE49-F238E27FC236}">
                <a16:creationId xmlns:a16="http://schemas.microsoft.com/office/drawing/2014/main" id="{B4407140-E7A0-58F1-B0C7-D70B85F1A365}"/>
              </a:ext>
            </a:extLst>
          </p:cNvPr>
          <p:cNvSpPr>
            <a:spLocks noChangeArrowheads="1"/>
          </p:cNvSpPr>
          <p:nvPr/>
        </p:nvSpPr>
        <p:spPr bwMode="auto">
          <a:xfrm>
            <a:off x="0" y="461963"/>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4185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8694F2-4677-CAEB-952F-F8AE61CC3DA1}"/>
              </a:ext>
            </a:extLst>
          </p:cNvPr>
          <p:cNvSpPr txBox="1"/>
          <p:nvPr/>
        </p:nvSpPr>
        <p:spPr>
          <a:xfrm>
            <a:off x="525929" y="583310"/>
            <a:ext cx="10793505"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Use case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0E3CA4FB-3681-3789-4921-636B261F3510}"/>
              </a:ext>
            </a:extLst>
          </p:cNvPr>
          <p:cNvSpPr txBox="1"/>
          <p:nvPr/>
        </p:nvSpPr>
        <p:spPr>
          <a:xfrm>
            <a:off x="525929" y="1521349"/>
            <a:ext cx="4594711" cy="3365473"/>
          </a:xfrm>
          <a:prstGeom prst="rect">
            <a:avLst/>
          </a:prstGeom>
          <a:noFill/>
        </p:spPr>
        <p:txBody>
          <a:bodyPr wrap="square">
            <a:spAutoFit/>
          </a:bodyPr>
          <a:lstStyle/>
          <a:p>
            <a:pPr>
              <a:lnSpc>
                <a:spcPct val="150000"/>
              </a:lnSpc>
            </a:pPr>
            <a:r>
              <a:rPr lang="en-GB" sz="1800" dirty="0">
                <a:latin typeface="Times New Roman" panose="02020603050405020304" pitchFamily="18" charset="0"/>
                <a:cs typeface="Times New Roman" panose="02020603050405020304" pitchFamily="18" charset="0"/>
              </a:rPr>
              <a:t>A Use Case Diagram represents the interaction between users (actors) and the system. </a:t>
            </a:r>
          </a:p>
          <a:p>
            <a:pPr>
              <a:lnSpc>
                <a:spcPct val="150000"/>
              </a:lnSpc>
            </a:pPr>
            <a:r>
              <a:rPr lang="en-GB" sz="1800" dirty="0">
                <a:latin typeface="Times New Roman" panose="02020603050405020304" pitchFamily="18" charset="0"/>
                <a:cs typeface="Times New Roman" panose="02020603050405020304" pitchFamily="18" charset="0"/>
              </a:rPr>
              <a:t>It shows the different functionalities provided by the system.</a:t>
            </a:r>
          </a:p>
          <a:p>
            <a:pPr>
              <a:lnSpc>
                <a:spcPct val="150000"/>
              </a:lnSpc>
            </a:pPr>
            <a:r>
              <a:rPr lang="en-GB" sz="1800" dirty="0">
                <a:latin typeface="Times New Roman" panose="02020603050405020304" pitchFamily="18" charset="0"/>
                <a:cs typeface="Times New Roman" panose="02020603050405020304" pitchFamily="18" charset="0"/>
              </a:rPr>
              <a:t> In this project, it illustrates how the user interacts with the system to input accident data and obtain injury severity predictions</a:t>
            </a:r>
          </a:p>
          <a:p>
            <a:pPr>
              <a:lnSpc>
                <a:spcPct val="150000"/>
              </a:lnSpc>
            </a:pPr>
            <a:endParaRPr lang="en-IN" dirty="0"/>
          </a:p>
        </p:txBody>
      </p:sp>
      <p:sp>
        <p:nvSpPr>
          <p:cNvPr id="2" name="Rectangle 2">
            <a:extLst>
              <a:ext uri="{FF2B5EF4-FFF2-40B4-BE49-F238E27FC236}">
                <a16:creationId xmlns:a16="http://schemas.microsoft.com/office/drawing/2014/main" id="{2043C54C-E1DE-9145-3BF4-6ED719429C61}"/>
              </a:ext>
            </a:extLst>
          </p:cNvPr>
          <p:cNvSpPr>
            <a:spLocks noChangeArrowheads="1"/>
          </p:cNvSpPr>
          <p:nvPr/>
        </p:nvSpPr>
        <p:spPr bwMode="auto">
          <a:xfrm>
            <a:off x="3606018" y="519253"/>
            <a:ext cx="18473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3" name="Image 9">
            <a:extLst>
              <a:ext uri="{FF2B5EF4-FFF2-40B4-BE49-F238E27FC236}">
                <a16:creationId xmlns:a16="http://schemas.microsoft.com/office/drawing/2014/main" id="{506FED13-4404-E9A9-BC59-71E6EBBEB4B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0" y="1361012"/>
            <a:ext cx="4393810" cy="31813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DF965B42-BA8F-C2CA-91B9-7FC1DAC0DC3A}"/>
              </a:ext>
            </a:extLst>
          </p:cNvPr>
          <p:cNvSpPr>
            <a:spLocks noChangeArrowheads="1"/>
          </p:cNvSpPr>
          <p:nvPr/>
        </p:nvSpPr>
        <p:spPr bwMode="auto">
          <a:xfrm>
            <a:off x="3606018" y="1007747"/>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8483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34F4D2-2188-BDA4-0DB4-EABA5B329C67}"/>
              </a:ext>
            </a:extLst>
          </p:cNvPr>
          <p:cNvSpPr txBox="1"/>
          <p:nvPr/>
        </p:nvSpPr>
        <p:spPr>
          <a:xfrm>
            <a:off x="705224" y="529522"/>
            <a:ext cx="5044140"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Sequence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CC64253-E043-B55A-CB24-65891BAFF96D}"/>
              </a:ext>
            </a:extLst>
          </p:cNvPr>
          <p:cNvSpPr txBox="1"/>
          <p:nvPr/>
        </p:nvSpPr>
        <p:spPr>
          <a:xfrm>
            <a:off x="609600" y="1359743"/>
            <a:ext cx="4111812" cy="2951064"/>
          </a:xfrm>
          <a:prstGeom prst="rect">
            <a:avLst/>
          </a:prstGeom>
          <a:noFill/>
        </p:spPr>
        <p:txBody>
          <a:bodyPr wrap="square">
            <a:spAutoFit/>
          </a:bodyPr>
          <a:lstStyle/>
          <a:p>
            <a:pPr>
              <a:lnSpc>
                <a:spcPct val="150000"/>
              </a:lnSpc>
            </a:pPr>
            <a:r>
              <a:rPr lang="en-GB" sz="1800" dirty="0">
                <a:latin typeface="Times New Roman" panose="02020603050405020304" pitchFamily="18" charset="0"/>
                <a:cs typeface="Times New Roman" panose="02020603050405020304" pitchFamily="18" charset="0"/>
              </a:rPr>
              <a:t>A Sequence Diagram shows the sequence of interactions between different components of the system over time.</a:t>
            </a:r>
          </a:p>
          <a:p>
            <a:pPr>
              <a:lnSpc>
                <a:spcPct val="150000"/>
              </a:lnSpc>
            </a:pPr>
            <a:r>
              <a:rPr lang="en-GB" sz="1800" dirty="0">
                <a:latin typeface="Times New Roman" panose="02020603050405020304" pitchFamily="18" charset="0"/>
                <a:cs typeface="Times New Roman" panose="02020603050405020304" pitchFamily="18" charset="0"/>
              </a:rPr>
              <a:t> It explains how messages are passed between objects to complete a task.</a:t>
            </a:r>
          </a:p>
          <a:p>
            <a:pPr>
              <a:lnSpc>
                <a:spcPct val="150000"/>
              </a:lnSpc>
            </a:pPr>
            <a:r>
              <a:rPr lang="en-GB" sz="1800" dirty="0">
                <a:latin typeface="Times New Roman" panose="02020603050405020304" pitchFamily="18" charset="0"/>
                <a:cs typeface="Times New Roman" panose="02020603050405020304" pitchFamily="18" charset="0"/>
              </a:rPr>
              <a:t> In this project, it shows the process from user input to injury severity prediction.</a:t>
            </a:r>
            <a:endParaRPr lang="en-IN" sz="1800"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04FA1C16-A8D8-05AF-6CD7-5C18BEA433AD}"/>
              </a:ext>
            </a:extLst>
          </p:cNvPr>
          <p:cNvSpPr>
            <a:spLocks noChangeArrowheads="1"/>
          </p:cNvSpPr>
          <p:nvPr/>
        </p:nvSpPr>
        <p:spPr bwMode="auto">
          <a:xfrm>
            <a:off x="5890538" y="-492689"/>
            <a:ext cx="7561644" cy="175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69790" tIns="828414" rIns="269790" bIns="5713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7" name="Image 10">
            <a:extLst>
              <a:ext uri="{FF2B5EF4-FFF2-40B4-BE49-F238E27FC236}">
                <a16:creationId xmlns:a16="http://schemas.microsoft.com/office/drawing/2014/main" id="{2656676A-8CB3-2229-09DB-A04375D081B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0135" y="1219199"/>
            <a:ext cx="4715608" cy="337624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6F83C181-8D25-7462-F5A3-83FE2CFDDAC0}"/>
              </a:ext>
            </a:extLst>
          </p:cNvPr>
          <p:cNvSpPr>
            <a:spLocks noChangeArrowheads="1"/>
          </p:cNvSpPr>
          <p:nvPr/>
        </p:nvSpPr>
        <p:spPr bwMode="auto">
          <a:xfrm>
            <a:off x="5890538" y="4864029"/>
            <a:ext cx="756164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15285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749E61-FCFF-410C-C510-DA6414ECC732}"/>
              </a:ext>
            </a:extLst>
          </p:cNvPr>
          <p:cNvSpPr txBox="1"/>
          <p:nvPr/>
        </p:nvSpPr>
        <p:spPr>
          <a:xfrm>
            <a:off x="632495" y="362032"/>
            <a:ext cx="5044140" cy="584775"/>
          </a:xfrm>
          <a:prstGeom prst="rect">
            <a:avLst/>
          </a:prstGeom>
          <a:noFill/>
        </p:spPr>
        <p:txBody>
          <a:bodyPr wrap="square">
            <a:spAutoFit/>
          </a:bodyPr>
          <a:lstStyle/>
          <a:p>
            <a:r>
              <a:rPr lang="en-IN" sz="2800" b="1" dirty="0">
                <a:solidFill>
                  <a:schemeClr val="accent1"/>
                </a:solidFill>
                <a:latin typeface="Times New Roman" pitchFamily="18" charset="0"/>
                <a:cs typeface="Times New Roman" pitchFamily="18" charset="0"/>
              </a:rPr>
              <a:t>Activity Diagram</a:t>
            </a:r>
            <a:r>
              <a:rPr lang="en-IN" sz="3200" b="1" dirty="0">
                <a:solidFill>
                  <a:schemeClr val="accent1"/>
                </a:solidFill>
                <a:latin typeface="Times New Roman" pitchFamily="18" charset="0"/>
                <a:cs typeface="Times New Roman" pitchFamily="18" charset="0"/>
              </a:rPr>
              <a:t>:</a:t>
            </a:r>
            <a:endParaRPr lang="en-US" sz="3200" b="1" dirty="0">
              <a:solidFill>
                <a:schemeClr val="accent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74437AE-1762-2D17-6883-A37C09028473}"/>
              </a:ext>
            </a:extLst>
          </p:cNvPr>
          <p:cNvSpPr txBox="1"/>
          <p:nvPr/>
        </p:nvSpPr>
        <p:spPr>
          <a:xfrm>
            <a:off x="590293" y="1223893"/>
            <a:ext cx="4520970" cy="3782061"/>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Activity diagrams are graphic representations of workflows of stepwise activities and actions with support for choice, iteration and concurrency.</a:t>
            </a:r>
          </a:p>
          <a:p>
            <a:pPr algn="just">
              <a:lnSpc>
                <a:spcPct val="150000"/>
              </a:lnSpc>
            </a:pPr>
            <a:r>
              <a:rPr lang="en-US" dirty="0" err="1">
                <a:latin typeface="Times New Roman" panose="02020603050405020304" pitchFamily="18" charset="0"/>
                <a:cs typeface="Times New Roman" panose="02020603050405020304" pitchFamily="18" charset="0"/>
              </a:rPr>
              <a:t>alIn</a:t>
            </a:r>
            <a:r>
              <a:rPr lang="en-US" dirty="0">
                <a:latin typeface="Times New Roman" panose="02020603050405020304" pitchFamily="18" charset="0"/>
                <a:cs typeface="Times New Roman" panose="02020603050405020304" pitchFamily="18" charset="0"/>
              </a:rPr>
              <a:t> the Unified Modeling Language, activity diagrams can be used to describe the business and operational step-by- step workflows of components in a system. </a:t>
            </a:r>
          </a:p>
          <a:p>
            <a:pPr>
              <a:lnSpc>
                <a:spcPct val="150000"/>
              </a:lnSpc>
              <a:buNone/>
            </a:pPr>
            <a:endParaRPr lang="en-GB" dirty="0">
              <a:latin typeface="Times New Roman" panose="02020603050405020304" pitchFamily="18" charset="0"/>
              <a:cs typeface="Times New Roman" panose="02020603050405020304" pitchFamily="18" charset="0"/>
            </a:endParaRPr>
          </a:p>
        </p:txBody>
      </p:sp>
      <p:sp>
        <p:nvSpPr>
          <p:cNvPr id="2" name="Rectangle 2">
            <a:extLst>
              <a:ext uri="{FF2B5EF4-FFF2-40B4-BE49-F238E27FC236}">
                <a16:creationId xmlns:a16="http://schemas.microsoft.com/office/drawing/2014/main" id="{48C6F5C0-9F95-8801-18E8-4F182949318F}"/>
              </a:ext>
            </a:extLst>
          </p:cNvPr>
          <p:cNvSpPr>
            <a:spLocks noChangeArrowheads="1"/>
          </p:cNvSpPr>
          <p:nvPr/>
        </p:nvSpPr>
        <p:spPr bwMode="auto">
          <a:xfrm>
            <a:off x="4665662" y="-37779"/>
            <a:ext cx="544914" cy="1751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9790" tIns="828414" rIns="269790" bIns="5713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1" name="Image 11">
            <a:extLst>
              <a:ext uri="{FF2B5EF4-FFF2-40B4-BE49-F238E27FC236}">
                <a16:creationId xmlns:a16="http://schemas.microsoft.com/office/drawing/2014/main" id="{A07D235B-6679-C8C9-A232-708D703A30D8}"/>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2702" y="1223893"/>
            <a:ext cx="4245815" cy="35497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6E4A0EE-011A-295C-901C-C720375F58C7}"/>
              </a:ext>
            </a:extLst>
          </p:cNvPr>
          <p:cNvSpPr>
            <a:spLocks noChangeArrowheads="1"/>
          </p:cNvSpPr>
          <p:nvPr/>
        </p:nvSpPr>
        <p:spPr bwMode="auto">
          <a:xfrm>
            <a:off x="4665662" y="3938588"/>
            <a:ext cx="100806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191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83DC6C-628A-C815-82CD-FBEA0BD65D6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06071" y="621553"/>
            <a:ext cx="6272023" cy="4016188"/>
          </a:xfrm>
          <a:prstGeom prst="rect">
            <a:avLst/>
          </a:prstGeom>
          <a:noFill/>
          <a:ln>
            <a:noFill/>
          </a:ln>
        </p:spPr>
      </p:pic>
    </p:spTree>
    <p:extLst>
      <p:ext uri="{BB962C8B-B14F-4D97-AF65-F5344CB8AC3E}">
        <p14:creationId xmlns:p14="http://schemas.microsoft.com/office/powerpoint/2010/main" val="7770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E60EB2-B00F-71AE-8619-EA3FCC2787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775" y="448236"/>
            <a:ext cx="7249459" cy="4661646"/>
          </a:xfrm>
          <a:prstGeom prst="rect">
            <a:avLst/>
          </a:prstGeom>
          <a:noFill/>
          <a:ln>
            <a:noFill/>
          </a:ln>
        </p:spPr>
      </p:pic>
    </p:spTree>
    <p:extLst>
      <p:ext uri="{BB962C8B-B14F-4D97-AF65-F5344CB8AC3E}">
        <p14:creationId xmlns:p14="http://schemas.microsoft.com/office/powerpoint/2010/main" val="516846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5586DE-3A29-AED3-33D7-B5D49283AAC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7647" y="555812"/>
            <a:ext cx="7309055" cy="4386729"/>
          </a:xfrm>
          <a:prstGeom prst="rect">
            <a:avLst/>
          </a:prstGeom>
          <a:noFill/>
          <a:ln>
            <a:noFill/>
          </a:ln>
        </p:spPr>
      </p:pic>
    </p:spTree>
    <p:extLst>
      <p:ext uri="{BB962C8B-B14F-4D97-AF65-F5344CB8AC3E}">
        <p14:creationId xmlns:p14="http://schemas.microsoft.com/office/powerpoint/2010/main" val="1954988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B9395E-B30D-E1DD-2CC6-46233450209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247" y="723153"/>
            <a:ext cx="7243482" cy="4195482"/>
          </a:xfrm>
          <a:prstGeom prst="rect">
            <a:avLst/>
          </a:prstGeom>
          <a:noFill/>
          <a:ln>
            <a:noFill/>
          </a:ln>
        </p:spPr>
      </p:pic>
    </p:spTree>
    <p:extLst>
      <p:ext uri="{BB962C8B-B14F-4D97-AF65-F5344CB8AC3E}">
        <p14:creationId xmlns:p14="http://schemas.microsoft.com/office/powerpoint/2010/main" val="2465164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4989" y="534333"/>
            <a:ext cx="7428584" cy="4601883"/>
          </a:xfrm>
          <a:prstGeom prst="rect">
            <a:avLst/>
          </a:prstGeom>
          <a:noFill/>
          <a:ln>
            <a:noFill/>
          </a:ln>
        </p:spPr>
      </p:pic>
    </p:spTree>
    <p:extLst>
      <p:ext uri="{BB962C8B-B14F-4D97-AF65-F5344CB8AC3E}">
        <p14:creationId xmlns:p14="http://schemas.microsoft.com/office/powerpoint/2010/main" val="3436068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_5-3-2026_16361_12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459" y="478118"/>
            <a:ext cx="7434729" cy="4374776"/>
          </a:xfrm>
          <a:prstGeom prst="rect">
            <a:avLst/>
          </a:prstGeom>
          <a:noFill/>
          <a:ln>
            <a:noFill/>
          </a:ln>
        </p:spPr>
      </p:pic>
    </p:spTree>
    <p:extLst>
      <p:ext uri="{BB962C8B-B14F-4D97-AF65-F5344CB8AC3E}">
        <p14:creationId xmlns:p14="http://schemas.microsoft.com/office/powerpoint/2010/main" val="3634582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9AF74A-FAD5-70A4-7D45-64706CA1380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211" y="597647"/>
            <a:ext cx="7715623" cy="4368800"/>
          </a:xfrm>
          <a:prstGeom prst="rect">
            <a:avLst/>
          </a:prstGeom>
          <a:noFill/>
          <a:ln>
            <a:noFill/>
          </a:ln>
        </p:spPr>
      </p:pic>
    </p:spTree>
    <p:extLst>
      <p:ext uri="{BB962C8B-B14F-4D97-AF65-F5344CB8AC3E}">
        <p14:creationId xmlns:p14="http://schemas.microsoft.com/office/powerpoint/2010/main" val="2357104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86F4A2-EC00-5A8F-D523-B81951C7617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8659" y="561789"/>
            <a:ext cx="7058212" cy="4398682"/>
          </a:xfrm>
          <a:prstGeom prst="rect">
            <a:avLst/>
          </a:prstGeom>
          <a:noFill/>
          <a:ln>
            <a:noFill/>
          </a:ln>
        </p:spPr>
      </p:pic>
    </p:spTree>
    <p:extLst>
      <p:ext uri="{BB962C8B-B14F-4D97-AF65-F5344CB8AC3E}">
        <p14:creationId xmlns:p14="http://schemas.microsoft.com/office/powerpoint/2010/main" val="2049626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Dell\OneDrive\Pictures\screenshot-1772781638575.png">
            <a:extLst>
              <a:ext uri="{FF2B5EF4-FFF2-40B4-BE49-F238E27FC236}">
                <a16:creationId xmlns:a16="http://schemas.microsoft.com/office/drawing/2014/main" id="{495CBE43-2D63-AD0A-88E2-9B360E3CCF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295" y="496047"/>
            <a:ext cx="7669306" cy="449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980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C137B1-C679-415F-F584-484FB90A5AE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6046" y="564216"/>
            <a:ext cx="7392726" cy="4542118"/>
          </a:xfrm>
          <a:prstGeom prst="rect">
            <a:avLst/>
          </a:prstGeom>
          <a:noFill/>
          <a:ln>
            <a:noFill/>
          </a:ln>
        </p:spPr>
      </p:pic>
    </p:spTree>
    <p:extLst>
      <p:ext uri="{BB962C8B-B14F-4D97-AF65-F5344CB8AC3E}">
        <p14:creationId xmlns:p14="http://schemas.microsoft.com/office/powerpoint/2010/main" val="1396417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EFCEE0-960E-222F-AFB3-E7AD030F2E06}"/>
              </a:ext>
            </a:extLst>
          </p:cNvPr>
          <p:cNvSpPr txBox="1"/>
          <p:nvPr/>
        </p:nvSpPr>
        <p:spPr>
          <a:xfrm>
            <a:off x="2229224" y="326323"/>
            <a:ext cx="5044140" cy="523220"/>
          </a:xfrm>
          <a:prstGeom prst="rect">
            <a:avLst/>
          </a:prstGeom>
          <a:noFill/>
        </p:spPr>
        <p:txBody>
          <a:bodyPr wrap="square">
            <a:spAutoFit/>
          </a:bodyPr>
          <a:lstStyle/>
          <a:p>
            <a:pPr algn="ctr"/>
            <a:r>
              <a:rPr lang="en-IN" sz="2800" b="1" dirty="0">
                <a:solidFill>
                  <a:schemeClr val="accent1"/>
                </a:solidFill>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598E29D8-9FC0-339E-E636-914614C6202B}"/>
              </a:ext>
            </a:extLst>
          </p:cNvPr>
          <p:cNvSpPr txBox="1"/>
          <p:nvPr/>
        </p:nvSpPr>
        <p:spPr>
          <a:xfrm>
            <a:off x="512296" y="911098"/>
            <a:ext cx="7327152" cy="4202882"/>
          </a:xfrm>
          <a:prstGeom prst="rect">
            <a:avLst/>
          </a:prstGeom>
          <a:noFill/>
        </p:spPr>
        <p:txBody>
          <a:bodyPr wrap="square">
            <a:spAutoFit/>
          </a:bodyPr>
          <a:lstStyle/>
          <a:p>
            <a:pPr algn="just">
              <a:lnSpc>
                <a:spcPct val="150000"/>
              </a:lnSpc>
              <a:spcAft>
                <a:spcPts val="800"/>
              </a:spcAft>
            </a:pPr>
            <a:r>
              <a:rPr lang="en-US" dirty="0">
                <a:latin typeface="Times New Roman"/>
                <a:ea typeface="Calibri"/>
                <a:cs typeface="Times New Roman"/>
              </a:rPr>
              <a:t>In this paper, we introduced RANK, an AI-assisted end-to-end architecture designed to detect persistent attacks in enterprise networks. By integrating deep learning models with behavioral analysis and network flow intelligence, RANK enhances the detection of stealthy and long-duration attacks such as Advanced Persistent Threats (APTs). The architecture leverages a multi-layered approach that incorporates traffic pre-processing, feature extraction, anomaly detection, and threat classification in a scalable and modular fashion. Our evaluation using simulated and real-world datasets demonstrates RANK’s ability to identify complex attack patterns with higher precision and recall compared to traditional intrusion detection systems.</a:t>
            </a:r>
            <a:endParaRPr lang="en-US" sz="1400" dirty="0">
              <a:latin typeface="Calibri"/>
              <a:ea typeface="Calibri"/>
              <a:cs typeface="Times New Roman"/>
            </a:endParaRPr>
          </a:p>
        </p:txBody>
      </p:sp>
    </p:spTree>
    <p:extLst>
      <p:ext uri="{BB962C8B-B14F-4D97-AF65-F5344CB8AC3E}">
        <p14:creationId xmlns:p14="http://schemas.microsoft.com/office/powerpoint/2010/main" val="99204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74EB3-5355-CB24-4526-260776DAA0ED}"/>
              </a:ext>
            </a:extLst>
          </p:cNvPr>
          <p:cNvSpPr txBox="1"/>
          <p:nvPr/>
        </p:nvSpPr>
        <p:spPr>
          <a:xfrm>
            <a:off x="2043954" y="344250"/>
            <a:ext cx="5044140" cy="523220"/>
          </a:xfrm>
          <a:prstGeom prst="rect">
            <a:avLst/>
          </a:prstGeom>
          <a:noFill/>
        </p:spPr>
        <p:txBody>
          <a:bodyPr wrap="square">
            <a:spAutoFit/>
          </a:bodyPr>
          <a:lstStyle/>
          <a:p>
            <a:pPr algn="ctr"/>
            <a:r>
              <a:rPr lang="en-IN" sz="2800" b="1" dirty="0">
                <a:solidFill>
                  <a:schemeClr val="accent1"/>
                </a:solidFill>
                <a:latin typeface="Times New Roman" panose="02020603050405020304" pitchFamily="18" charset="0"/>
                <a:cs typeface="Times New Roman" panose="02020603050405020304" pitchFamily="18" charset="0"/>
              </a:rPr>
              <a:t>REFERENCE</a:t>
            </a:r>
          </a:p>
        </p:txBody>
      </p:sp>
      <p:sp>
        <p:nvSpPr>
          <p:cNvPr id="5" name="TextBox 4">
            <a:extLst>
              <a:ext uri="{FF2B5EF4-FFF2-40B4-BE49-F238E27FC236}">
                <a16:creationId xmlns:a16="http://schemas.microsoft.com/office/drawing/2014/main" id="{AB127A8A-12EF-0CD4-588E-54E2626033D4}"/>
              </a:ext>
            </a:extLst>
          </p:cNvPr>
          <p:cNvSpPr txBox="1"/>
          <p:nvPr/>
        </p:nvSpPr>
        <p:spPr>
          <a:xfrm>
            <a:off x="155388" y="971564"/>
            <a:ext cx="8845177" cy="4095160"/>
          </a:xfrm>
          <a:prstGeom prst="rect">
            <a:avLst/>
          </a:prstGeom>
          <a:noFill/>
        </p:spPr>
        <p:txBody>
          <a:bodyPr wrap="square">
            <a:spAutoFit/>
          </a:bodyPr>
          <a:lstStyle/>
          <a:p>
            <a:pPr marL="342900" lvl="0" indent="-342900" algn="just">
              <a:lnSpc>
                <a:spcPct val="150000"/>
              </a:lnSpc>
              <a:spcAft>
                <a:spcPts val="800"/>
              </a:spcAft>
              <a:tabLst>
                <a:tab pos="457200" algn="l"/>
              </a:tabLst>
            </a:pPr>
            <a:r>
              <a:rPr lang="en-US" dirty="0">
                <a:latin typeface="Times New Roman"/>
                <a:ea typeface="Calibri"/>
                <a:cs typeface="Times New Roman"/>
              </a:rPr>
              <a:t>  J. Shukla, A. Kumar, and R. Hoda, "A survey on intrusion detection systems and techniques," Procedia Computer Science, vol. 167, pp. 636–645, 2020.</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N. Moustafa and J. Slay, "UNSW-NB15: A comprehensive data set for network intrusion detection systems," Military Communications and Information Systems Conference (MilCIS), Canberra, Australia, pp. 1–6, 2015.</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D. E. Denning, "An intrusion-detection model," IEEE Transactions on Software Engineering, vol. SE-13, no. 2, pp. 222–232, 1987.</a:t>
            </a:r>
            <a:endParaRPr lang="en-US" sz="1400" dirty="0">
              <a:latin typeface="Calibri"/>
              <a:ea typeface="Calibri"/>
              <a:cs typeface="Times New Roman"/>
            </a:endParaRPr>
          </a:p>
          <a:p>
            <a:pPr marL="342900" lvl="0" indent="-342900" algn="just">
              <a:lnSpc>
                <a:spcPct val="150000"/>
              </a:lnSpc>
              <a:spcAft>
                <a:spcPts val="800"/>
              </a:spcAft>
              <a:tabLst>
                <a:tab pos="457200" algn="l"/>
              </a:tabLst>
            </a:pPr>
            <a:r>
              <a:rPr lang="en-US" dirty="0">
                <a:latin typeface="Times New Roman"/>
                <a:ea typeface="Calibri"/>
                <a:cs typeface="Times New Roman"/>
              </a:rPr>
              <a:t>  T. Chen et al., "Machine learning based mobile malware detection using highly imbalanced network traffic," Information Sciences, vol. 433–434, pp. 346–364, 2018.</a:t>
            </a:r>
            <a:endParaRPr lang="en-US" sz="1400" dirty="0">
              <a:latin typeface="Calibri"/>
              <a:ea typeface="Calibri"/>
              <a:cs typeface="Times New Roman"/>
            </a:endParaRPr>
          </a:p>
        </p:txBody>
      </p:sp>
    </p:spTree>
    <p:extLst>
      <p:ext uri="{BB962C8B-B14F-4D97-AF65-F5344CB8AC3E}">
        <p14:creationId xmlns:p14="http://schemas.microsoft.com/office/powerpoint/2010/main" val="2566660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4F27C7C-BEEF-C488-F786-980A6FC08CF4}"/>
              </a:ext>
            </a:extLst>
          </p:cNvPr>
          <p:cNvSpPr>
            <a:spLocks noGrp="1"/>
          </p:cNvSpPr>
          <p:nvPr>
            <p:ph type="subTitle"/>
          </p:nvPr>
        </p:nvSpPr>
        <p:spPr/>
        <p:txBody>
          <a:bodyPr/>
          <a:lstStyle/>
          <a:p>
            <a:pPr marL="0" indent="0" algn="ctr">
              <a:buNone/>
            </a:pPr>
            <a:r>
              <a:rPr lang="en-US" sz="5400" b="1" dirty="0">
                <a:solidFill>
                  <a:schemeClr val="accent1"/>
                </a:solidFill>
                <a:latin typeface="Times New Roman" panose="02020603050405020304" pitchFamily="18" charset="0"/>
                <a:cs typeface="Times New Roman" panose="02020603050405020304" pitchFamily="18" charset="0"/>
              </a:rPr>
              <a:t>THANK YOU</a:t>
            </a:r>
            <a:endParaRPr lang="en-IN" sz="5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7577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578</TotalTime>
  <Words>1371</Words>
  <Application>Microsoft Office PowerPoint</Application>
  <PresentationFormat>Custom</PresentationFormat>
  <Paragraphs>95</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Symbol</vt:lpstr>
      <vt:lpstr>Times New Roman</vt:lpstr>
      <vt:lpstr>Trebuchet MS</vt:lpstr>
      <vt:lpstr>Wingdings</vt:lpstr>
      <vt:lpstr>Wingdings 3</vt:lpstr>
      <vt:lpstr>Facet</vt:lpstr>
      <vt:lpstr>   ELURU COLLEGE OF ENGINEERING AND TECHNOLOGY DEPARTMENT OF COMPUTER SCIENCE AND ENGINEERING  INTELLIGENT ARCHITECTURE FOR DETECTING ADVANCED PERSISTENT ATTACKS IN ENTERPRISE ENVIRONMENTS  </vt:lpstr>
      <vt:lpstr>PowerPoint Presentation</vt:lpstr>
      <vt:lpstr>PowerPoint Presentation</vt:lpstr>
      <vt:lpstr>OBJECTIVE</vt:lpstr>
      <vt:lpstr>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MODULES</vt:lpstr>
      <vt:lpstr>PowerPoint Presentation</vt:lpstr>
      <vt:lpstr>UML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perikala Gowtham</dc:creator>
  <cp:lastModifiedBy>ANU MADAPARTHI</cp:lastModifiedBy>
  <cp:revision>36</cp:revision>
  <dcterms:created xsi:type="dcterms:W3CDTF">2024-02-19T10:18:03Z</dcterms:created>
  <dcterms:modified xsi:type="dcterms:W3CDTF">2026-04-14T16:38:45Z</dcterms:modified>
  <dc:language>en-IN</dc:language>
</cp:coreProperties>
</file>